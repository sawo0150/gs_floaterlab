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"오늘은 이 지점 이후 사흘간 일어난 일만 다룹니다"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사용자 자신의 문제의식("성과가 별로 없다")을 여기서 정면으로 인정하고 시작 — 이후 슬라이드가 그 판단이 어디까지 맞고 어디서 보완되는지 보여줌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"사용자의 원거리 통찰(먼지 98%가 원거리)은 진단으로는 맞았지만 처방(loss로 누르기)은 틀렸다 — 처방은 init이었다"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"배치 트랙은 이 지점에서 방법론적으로 완결됐다고 판단 — 남은 질문은 incremental로만 답할 수 있다"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CLAUDE.md에 07/17 명문화된 내용 — "왜 배치 트랙에서 갑자기 넘어왔는지"에 대한 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"이게 이번 사이클에 곧바로 floater 이식을 안 하고 품질부터 판 이유"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"맨땅에 구현하면서 온라인 3DGS SLAM 논문들이 이미 풀어놓은 문제를 하나씩 재발견하고 있었다 — 그래서 갈아탔다"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"같은 예산, 같은 평가 — 아키텍처 하나 바꾼 것만으로 천장을 뚫었다. 자체구현이 틀렸던 것이지 incremental 자체가 안 되는 게 아니었다"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"이번 사이클 성과 중 유일하게 '지도 품질'과 무관한 항목 — 그래서 이번 발표에선 짧게만"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"이 사이클에서 유일하게 확실히 작동한 두 레버"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"이 지점에서 한 번 틀렸다가 사용자 지적으로 바로잡은 이야기로 이어진다"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솔직하게: "숫자 하나를 잘못 놓고 결론을 냈다가 사용자 지적으로 바로잡았다 — 이 정정 자체를 exp51 카드에 남겼다"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발표의 핵심 전환점 — "숫자로 헤매던 게 눈으로 보니 바로 답이 나왔다"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"사용자 말대로 이번 사이클 숫자만 보면 화려하지 않다 — 25.29는 30dB대에 한참 못 미친다. 그건 사실이다"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"미해결로 남겨두고 다음 순서(carve)부터 처리하기로 결정"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"다음 미팅까지의 단일 목표"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사용자의 초기 문제의식에 대한 정면 답변으로 마무리: "화려한 숫자는 없었지만, 뭘 해야 하는지는 확실해졌다"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Noto Sans CJK KR"/>
              </a:rPr>
              <a:t>gs_floaterLab 진행상황 업데이트 — 07/14 → 07/17</a:t>
            </a:r>
          </a:p>
          <a:p>
            <a:r>
              <a:rPr sz="1800" b="0">
                <a:solidFill>
                  <a:srgbClr val="BBCCEE"/>
                </a:solidFill>
                <a:latin typeface="Noto Sans CJK KR"/>
              </a:rPr>
              <a:t>배치 트랙 마무리(305·12F) · 왜 Incremental로 전환했나 · Incremental 여정과 현재 갭 진단 · 다음 스텝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Noto Sans CJK KR"/>
              </a:rPr>
              <a:t>§0. 도입 (슬라이드 1–3)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2 — 지난 발표(07/14) 리캡: 어디까지 끝냈나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07/14 발표(</a:t>
            </a:r>
            <a:r>
              <a:rPr sz="1500" b="0">
                <a:solidFill>
                  <a:srgbClr val="222222"/>
                </a:solidFill>
                <a:latin typeface="Noto Sans Mono CJK KR"/>
              </a:rPr>
              <a:t>ppt_outline_20260711_13.md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, 30장)의 결론 한 줄씩: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26464"/>
            <a:ext cx="1091153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Carve Loss 설계·구현 완료 — exp40b 챔피언, PSNR 무손실(32.576 vs 32.579) + region 먼지 -86%, 가시 먼지 -99%(860→12)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01368"/>
            <a:ext cx="1091153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Init 엔지니어링(RoMA+PPM hybrid) — exp44d2 종합 챔피언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test 32.479dB(+0.93dB)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, 14분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76272"/>
            <a:ext cx="1091153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교차 장면 검증(1253→305→12F) — 앵커 자가진단 2규칙으로 라벨 없이 SLAM/depth 앵커 자동 선택, 4/4 장면 정답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51176"/>
            <a:ext cx="1091153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라벨 없는 전자동 파이프라인 완성 (진단→분기→carve on/off)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926080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이 모든 것은 배치(batch) 트랙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— 씬 전체를 한 번에 놓고 30k iteration 학습하는 오프라인 방식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300984"/>
            <a:ext cx="11185855" cy="457200"/>
          </a:xfrm>
          <a:prstGeom prst="rect">
            <a:avLst/>
          </a:prstGeom>
          <a:solidFill>
            <a:srgbClr val="FFF6E0"/>
          </a:solidFill>
          <a:ln w="9525">
            <a:solidFill>
              <a:srgbClr val="E0C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b="1" sz="1100">
                <a:solidFill>
                  <a:srgbClr val="8A5A00"/>
                </a:solidFill>
                <a:latin typeface="Noto Sans CJK KR"/>
              </a:rPr>
              <a:t>🎨 시각자료  </a:t>
            </a:r>
            <a:r>
              <a:rPr sz="1100" b="0">
                <a:solidFill>
                  <a:srgbClr val="8A5A00"/>
                </a:solidFill>
                <a:latin typeface="Noto Sans CJK KR"/>
              </a:rPr>
              <a:t>07/14 발표 마지막 파이프라인 다이어그램 재사용(fig_pipeline_final)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3 — 이번 사이클 요약 (TL;DR, 솔직 버전)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배치 트랙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: 초기화(init) 개선으로 305호·12F 품질 상승 —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실질 성과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, 이번 발표에서 마지막으로 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26464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Incremental 트랙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(이번 사이클의 주력, CLAUDE.md 북극성 우선순위 1번): 자체구현 폐기 → 검증된 오픈소스(Photo-SLAM) 채택 → held-out PSNR 18→25.29dB로 개선했으나,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배치급(31.5dB+)에는 아직 못 미침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75688"/>
            <a:ext cx="1091153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다만 "왜 못 미치는가"는 이번 사이클에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명확히 규명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됨: depth-init 바늘형 floater — 배치에서 이미 검증된 carve loss가 정확히 겨냥하는 문제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50592"/>
            <a:ext cx="1091153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즉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이번 사이클의 산출물은 PSNR 숫자가 아니라 "다음에 뭘 해야 하는지"에 대한 확신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825496"/>
            <a:ext cx="11185855" cy="457200"/>
          </a:xfrm>
          <a:prstGeom prst="rect">
            <a:avLst/>
          </a:prstGeom>
          <a:solidFill>
            <a:srgbClr val="FFF6E0"/>
          </a:solidFill>
          <a:ln w="9525">
            <a:solidFill>
              <a:srgbClr val="E0C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b="1" sz="1100">
                <a:solidFill>
                  <a:srgbClr val="8A5A00"/>
                </a:solidFill>
                <a:latin typeface="Noto Sans CJK KR"/>
              </a:rPr>
              <a:t>🎨 시각자료  </a:t>
            </a:r>
            <a:r>
              <a:rPr sz="1100" b="0">
                <a:solidFill>
                  <a:srgbClr val="8A5A00"/>
                </a:solidFill>
                <a:latin typeface="Noto Sans CJK KR"/>
              </a:rPr>
              <a:t>없음 (요약 슬라이드)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Noto Sans CJK KR"/>
              </a:rPr>
              <a:t>§1. 배치 트랙 마무리 (슬라이드 4–5)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4 — exp46: init이 floater의 단일 지배 레버로 확정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질문: 교차 장면(305/12F)에서 진단된 "SLAM 커버리지 부족" 문제를 depth-anchor init으로 해결했는데, 이게 다른 손실/densify 조정보다 정말 우월한가? 8축 배치 실험으로 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00784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성공한 축(전부 init 관련)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75688"/>
            <a:ext cx="1091153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305 hybrid init: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PSNR 35.84(최고), free-space 먼지 461→4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50592"/>
            <a:ext cx="1091153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12F(fog) hybrid init: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PSNR 32→35.07(+3dB), 먼지 청소 후에도 유지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25496"/>
            <a:ext cx="1091153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표면-확신 opacity 조정: 먼지 -21%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00400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실패한 축(loss/carve/densify 조정 전부)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: 원거리 감쇠, footprint carve(역효과 ×5), no-densify(-1.3dB), birth-redirect(소폭) 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849624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경량화(init 122k로 축소)는 다시 -3dB — dense init이 품질 근원이나 무겁다는 트레이드오프 확인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224528"/>
            <a:ext cx="11185855" cy="457200"/>
          </a:xfrm>
          <a:prstGeom prst="rect">
            <a:avLst/>
          </a:prstGeom>
          <a:solidFill>
            <a:srgbClr val="FFF6E0"/>
          </a:solidFill>
          <a:ln w="9525">
            <a:solidFill>
              <a:srgbClr val="E0C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b="1" sz="1100">
                <a:solidFill>
                  <a:srgbClr val="8A5A00"/>
                </a:solidFill>
                <a:latin typeface="Noto Sans CJK KR"/>
              </a:rPr>
              <a:t>🎨 시각자료  </a:t>
            </a:r>
            <a:r>
              <a:rPr sz="1100" b="0">
                <a:solidFill>
                  <a:srgbClr val="8A5A00"/>
                </a:solidFill>
                <a:latin typeface="Noto Sans CJK KR"/>
              </a:rPr>
              <a:t>305/12F before-after 렌더 비교, 8축 성패 막대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5 — exp47: 속도 트랙 — 배치 트랙 실질 종료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S2(cheapcarve):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화질 무손실(35.116dB) + 시간 60% 단축(26.8분)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— 최대 성과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26464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나머지 조합(S1S4/S4/S5/S6/TARGET) 완주, Pareto 최적점 도출: S2+S4(kf300)+S5(budget235k)+30k = 예상 21~23분/34.4dB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01368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여기서 배치 트랙 우선순위 종료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— 07/15 밤 결정으로 exp48(incremental)이 최우선 과제로 전환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176272"/>
            <a:ext cx="11185855" cy="457200"/>
          </a:xfrm>
          <a:prstGeom prst="rect">
            <a:avLst/>
          </a:prstGeom>
          <a:solidFill>
            <a:srgbClr val="FFF6E0"/>
          </a:solidFill>
          <a:ln w="9525">
            <a:solidFill>
              <a:srgbClr val="E0C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b="1" sz="1100">
                <a:solidFill>
                  <a:srgbClr val="8A5A00"/>
                </a:solidFill>
                <a:latin typeface="Noto Sans CJK KR"/>
              </a:rPr>
              <a:t>🎨 시각자료  </a:t>
            </a:r>
            <a:r>
              <a:rPr sz="1100" b="0">
                <a:solidFill>
                  <a:srgbClr val="8A5A00"/>
                </a:solidFill>
                <a:latin typeface="Noto Sans CJK KR"/>
              </a:rPr>
              <a:t>속도-품질 Pareto 곡선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Noto Sans CJK KR"/>
              </a:rPr>
              <a:t>§2. 왜 Incremental로 전환했나 (슬라이드 6–7)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6 — 최종 목표(North Star) 재확인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완결된 온라인 시스템: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Aria 흑백 SLAM 카메라로 실시간 위치추정 + RGB 카메라로 incremental 3DGS 지도 확장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26464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동시 충족 요건: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고품질(배치급 30dB+) + floater 없음 + 실시간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01368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현재 단계 우선순위: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①매핑 품질 배치급으로 ②floater 억제 이식 ③라이브 통합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— 지금은 ①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176272"/>
            <a:ext cx="11185855" cy="457200"/>
          </a:xfrm>
          <a:prstGeom prst="rect">
            <a:avLst/>
          </a:prstGeom>
          <a:solidFill>
            <a:srgbClr val="FFF6E0"/>
          </a:solidFill>
          <a:ln w="9525">
            <a:solidFill>
              <a:srgbClr val="E0C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b="1" sz="1100">
                <a:solidFill>
                  <a:srgbClr val="8A5A00"/>
                </a:solidFill>
                <a:latin typeface="Noto Sans CJK KR"/>
              </a:rPr>
              <a:t>🎨 시각자료  </a:t>
            </a:r>
            <a:r>
              <a:rPr sz="1100" b="0">
                <a:solidFill>
                  <a:srgbClr val="8A5A00"/>
                </a:solidFill>
                <a:latin typeface="Noto Sans CJK KR"/>
              </a:rPr>
              <a:t>North Star 파이프라인 다이어그램(SLAM 흑백 + RGB 매핑 병렬 블록)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7 — 왜 순서가 "품질 먼저, floater는 그다음"인가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exp43(12F)에서 이미 확인된 사실: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저품질 지도에선 이미지가 floater를 요구한다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— carve 압력을 넣어도 photometric gradient가 이김(exp43 "탐지≠제거" 결론과 동일 역학)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00784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22dB짜리 incremental 지도에 먼저 carve를 이식하는 건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순서가 틀린 시도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— 배치급 품질을 먼저 만들어야 carve가 통함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075688"/>
            <a:ext cx="11185855" cy="457200"/>
          </a:xfrm>
          <a:prstGeom prst="rect">
            <a:avLst/>
          </a:prstGeom>
          <a:solidFill>
            <a:srgbClr val="FFF6E0"/>
          </a:solidFill>
          <a:ln w="9525">
            <a:solidFill>
              <a:srgbClr val="E0C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b="1" sz="1100">
                <a:solidFill>
                  <a:srgbClr val="8A5A00"/>
                </a:solidFill>
                <a:latin typeface="Noto Sans CJK KR"/>
              </a:rPr>
              <a:t>🎨 시각자료  </a:t>
            </a:r>
            <a:r>
              <a:rPr sz="1100" b="0">
                <a:solidFill>
                  <a:srgbClr val="8A5A00"/>
                </a:solidFill>
                <a:latin typeface="Noto Sans CJK KR"/>
              </a:rPr>
              <a:t>exp43 12F carve 페어 실험 표 재사용(baseline 32.03 vs carve 31.04 — 오히려 악화)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Noto Sans CJK KR"/>
              </a:rPr>
              <a:t>§3. Incremental 여정 — 서사 (슬라이드 8–14)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8 — exp48: 자체구현의 실패, 18dB 천장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windowed 3DGS incremental을 처음부터 직접 구현(local window + freeze-when-stable)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26464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여러 처방 시도 — PPM K=3, RoMA dense correspondence, selective opacity reset — 전부 적용해도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18.0→18.27dB에서 정체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01368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근본 원인 규명: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"윈도우를 벗어나는 순간 그 어떤 설정으로도 다시 여물 기회가 없다"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— opacity_reset이나 LR 스케줄 문제가 아니라 구조 자체의 결함(ancestor 추적으로 확증)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450592"/>
            <a:ext cx="11185855" cy="457200"/>
          </a:xfrm>
          <a:prstGeom prst="rect">
            <a:avLst/>
          </a:prstGeom>
          <a:solidFill>
            <a:srgbClr val="FFF6E0"/>
          </a:solidFill>
          <a:ln w="9525">
            <a:solidFill>
              <a:srgbClr val="E0C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b="1" sz="1100">
                <a:solidFill>
                  <a:srgbClr val="8A5A00"/>
                </a:solidFill>
                <a:latin typeface="Noto Sans CJK KR"/>
              </a:rPr>
              <a:t>🎨 시각자료  </a:t>
            </a:r>
            <a:r>
              <a:rPr sz="1100" b="0">
                <a:solidFill>
                  <a:srgbClr val="8A5A00"/>
                </a:solidFill>
                <a:latin typeface="Noto Sans CJK KR"/>
              </a:rPr>
              <a:t>exp48 v1→v4 PSNR 추이 막대, "윈도우 이탈 후 방치" 개념도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9 — exp49: Photo-SLAM 채택 — 아키텍처 전환만으로 +3.9dB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검증된 오픈소스(Photo-SLAM, CVPR24, ORB-SLAM3+GS) 채택 — times-of-use 슬라이딩 윈도우(hard evict 없음)가 이미 densification과 결합된 형태로 구현돼 있음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00784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RTX 5070 Ti(Blackwell) + CUDA12.8 환경에 맞춰 빌드 이식 성공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75688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exp48과 완전히 동일한 예산(8,550 iter)에서 held-out PSNR 22.14dB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— 자체구현 대비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+3.9dB, 붕괴 뷰(PSNR&lt;15) 41개→5개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450592"/>
            <a:ext cx="11185855" cy="457200"/>
          </a:xfrm>
          <a:prstGeom prst="rect">
            <a:avLst/>
          </a:prstGeom>
          <a:solidFill>
            <a:srgbClr val="FFF6E0"/>
          </a:solidFill>
          <a:ln w="9525">
            <a:solidFill>
              <a:srgbClr val="E0C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b="1" sz="1100">
                <a:solidFill>
                  <a:srgbClr val="8A5A00"/>
                </a:solidFill>
                <a:latin typeface="Noto Sans CJK KR"/>
              </a:rPr>
              <a:t>🎨 시각자료  </a:t>
            </a:r>
            <a:r>
              <a:rPr sz="1100" b="0">
                <a:solidFill>
                  <a:srgbClr val="8A5A00"/>
                </a:solidFill>
                <a:latin typeface="Noto Sans CJK KR"/>
              </a:rPr>
              <a:t>exp48 vs exp49 held-out PSNR 분포 비교(히스토그램)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10 — exp50 (병행 트랙): 라이브 인프라 — 지금 PSNR엔 안 잡히지만 최종 시스템에 필수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DiskChunGS(ETH, out-of-core 가우시안 SLAM) 빌드 완주 + Aria Fisheye624 흑백 stereo-inertial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라이브 트래킹 최초 성공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26464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근본 원인 2건 수정: 잘못된 카메라 모델 캐스팅(UB), fisheye 매칭 경로 미호출 버그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01368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이건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매핑 품질과 별개로, "북극성" 3단계(라이브 통합) 준비물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— Aria 흑백 SLAM에서 실시간 pose를 뽑는 절반의 시스템이 이미 동작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176272"/>
            <a:ext cx="11185855" cy="457200"/>
          </a:xfrm>
          <a:prstGeom prst="rect">
            <a:avLst/>
          </a:prstGeom>
          <a:solidFill>
            <a:srgbClr val="FFF6E0"/>
          </a:solidFill>
          <a:ln w="9525">
            <a:solidFill>
              <a:srgbClr val="E0C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b="1" sz="1100">
                <a:solidFill>
                  <a:srgbClr val="8A5A00"/>
                </a:solidFill>
                <a:latin typeface="Noto Sans CJK KR"/>
              </a:rPr>
              <a:t>🎨 시각자료  </a:t>
            </a:r>
            <a:r>
              <a:rPr sz="1100" b="0">
                <a:solidFill>
                  <a:srgbClr val="8A5A00"/>
                </a:solidFill>
                <a:latin typeface="Noto Sans CJK KR"/>
              </a:rPr>
              <a:t>Fisheye624 stereo 매칭 개수 before/after(9~31개→33~76개), 라이브 트래킹 스크린샷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11 — exp51 축A+B: depth supervision + init 중복방지 — 실측 레버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VIGS-SLAM(ECCV2026) 조사에서 착안: 우리는 RGB photometric loss만 쓰고 있었고, depth supervision이 빠진 게 진짜 병목일 수 있다는 가설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00784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축A(depth supervision)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: Photo-SLAM CUDA 래스터라이저에 depth 출력 이식(3dgs-custom 패턴 포팅), SLAM-보정 depth-pro를 타깃으로 추가 → λ=0.5에서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22.87→25.29dB (+2.42dB, 최고)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350008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축B(init 렌더-alpha 중복방지)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: 새 keyframe 추가 시 이미 렌더로 덮인 영역엔 점을 새로 안 만듦 → PSNR 무변화, 가우시안 수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-16%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724912"/>
            <a:ext cx="11185855" cy="457200"/>
          </a:xfrm>
          <a:prstGeom prst="rect">
            <a:avLst/>
          </a:prstGeom>
          <a:solidFill>
            <a:srgbClr val="FFF6E0"/>
          </a:solidFill>
          <a:ln w="9525">
            <a:solidFill>
              <a:srgbClr val="E0C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b="1" sz="1100">
                <a:solidFill>
                  <a:srgbClr val="8A5A00"/>
                </a:solidFill>
                <a:latin typeface="Noto Sans CJK KR"/>
              </a:rPr>
              <a:t>🎨 시각자료  </a:t>
            </a:r>
            <a:r>
              <a:rPr sz="1100" b="0">
                <a:solidFill>
                  <a:srgbClr val="8A5A00"/>
                </a:solidFill>
                <a:latin typeface="Noto Sans CJK KR"/>
              </a:rPr>
              <a:t>λ 스캔 곡선(0/0.1/0.5/1.0), dedup 전후 가우시안 수 막대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12 — exp51 축C+F: "더 넣으면 되겠지"가 틀렸다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축C(keyframe 밀도 2배)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: 57→113 서브청크, 고정예산·비례예산 두 방식 모두 재검증 →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25.11~25.30dB, 축A+B와 오차범위 내로 무효과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26464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축F(학습 예산 3.3배, 28,581 iter)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: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25.59dB, +0.30만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— 예산을 대폭 늘려도 거의 안 움직임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01368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Photo-SLAM 키프레임 샘플러 코드 직접 확인: 최근 키프레임 편향이 아니라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등록된 전원을 균등 순환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— "재방문 편향" 가설도 기각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76272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밀도·예산·재방문 편향 전부 아니라는 게 이 세 실험으로 확정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— 그럼 뭐가 문제인가?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551176"/>
            <a:ext cx="11185855" cy="457200"/>
          </a:xfrm>
          <a:prstGeom prst="rect">
            <a:avLst/>
          </a:prstGeom>
          <a:solidFill>
            <a:srgbClr val="FFF6E0"/>
          </a:solidFill>
          <a:ln w="9525">
            <a:solidFill>
              <a:srgbClr val="E0C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b="1" sz="1100">
                <a:solidFill>
                  <a:srgbClr val="8A5A00"/>
                </a:solidFill>
                <a:latin typeface="Noto Sans CJK KR"/>
              </a:rPr>
              <a:t>🎨 시각자료  </a:t>
            </a:r>
            <a:r>
              <a:rPr sz="1100" b="0">
                <a:solidFill>
                  <a:srgbClr val="8A5A00"/>
                </a:solidFill>
                <a:latin typeface="Noto Sans CJK KR"/>
              </a:rPr>
              <a:t>밀도/예산 스캔 결과 막대(전부 25dB대에 수렴)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13 — 자기수정: "배치 30.2dB가 상한"이라는 착각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축C/F 결과를 두고 처음엔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"장면 콘텐츠 난이도(저텍스처+specular) 때문에 30.2dB가 이 장면의 사실상 상한"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이라고 결론 내렸음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26464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사용자 지적("일반 3dgs로 33 나왔었는데")으로 발견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: 30.2dB는 exp48 시절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8,550 iteration으로 예산을 캡 씌운 통제실험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수치였을 뿐, 진짜 배치 상한이 아니었음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75688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같은 장면의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진짜 풀 30k-iteration 배치 결과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(exp44_fast_geometry_plan.md에 이미 있었음): baseline(ORB init) test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31.549dB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, 챔피언(hybrid init+carve) test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32.479dB / train 33.799dB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724912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축A~F는 전부 8,550~28,581 iteration — 배치 30k에 못 미치는 캡 안에서 실험한 것이었음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099816"/>
            <a:ext cx="11185855" cy="457200"/>
          </a:xfrm>
          <a:prstGeom prst="rect">
            <a:avLst/>
          </a:prstGeom>
          <a:solidFill>
            <a:srgbClr val="FFF6E0"/>
          </a:solidFill>
          <a:ln w="9525">
            <a:solidFill>
              <a:srgbClr val="E0C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b="1" sz="1100">
                <a:solidFill>
                  <a:srgbClr val="8A5A00"/>
                </a:solidFill>
                <a:latin typeface="Noto Sans CJK KR"/>
              </a:rPr>
              <a:t>🎨 시각자료  </a:t>
            </a:r>
            <a:r>
              <a:rPr sz="1100" b="0">
                <a:solidFill>
                  <a:srgbClr val="8A5A00"/>
                </a:solidFill>
                <a:latin typeface="Noto Sans CJK KR"/>
              </a:rPr>
              <a:t>"30.2dB(가짜 상한) vs 31.5~32.5dB(진짜 상한)" 정정 막대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14 — 시각 진단 확정: 잔여 갭의 정체는 depth-init 바늘형 floater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정정된 상한(31.5~32.5dB)으로 다시 보면 축F(25.59dB)도 여전히 6~7dB 갭 — 밀도·예산·편향 다 아니라면 남은 후보는?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26464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최악 held-out 뷰(화이트보드+문 장면)의 GT/render를 직접 육안 대조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: GT는 평범한 실내 장면인데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render는 화면 전체가 바늘형(needle) floater 아티팩트로 뒤덮임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— "블러/저화질"이 아니라 명백한 floater 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75688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원인 가설: keyframe마다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자기 단일 시점 depth-pro 추정치 하나로만 init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되어 specular/저텍스처 구간에서 처음부터 잘못 앵커링되고, 배치처럼 겹치는 여러 시점이 교차검증할 기회가 없어 안 고쳐짐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724912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결론: 이건 정확히 프로젝트가 배치 트랙에서 이미 검증한 carve loss(exp38~44d2, 먼지 -83~93%)가 타겟하는 문제 그 자체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099816"/>
            <a:ext cx="11185855" cy="457200"/>
          </a:xfrm>
          <a:prstGeom prst="rect">
            <a:avLst/>
          </a:prstGeom>
          <a:solidFill>
            <a:srgbClr val="FFF6E0"/>
          </a:solidFill>
          <a:ln w="9525">
            <a:solidFill>
              <a:srgbClr val="E0C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b="1" sz="1100">
                <a:solidFill>
                  <a:srgbClr val="8A5A00"/>
                </a:solidFill>
                <a:latin typeface="Noto Sans CJK KR"/>
              </a:rPr>
              <a:t>🎨 시각자료  </a:t>
            </a:r>
            <a:r>
              <a:rPr sz="1100" b="0">
                <a:solidFill>
                  <a:srgbClr val="8A5A00"/>
                </a:solidFill>
                <a:latin typeface="Noto Sans CJK KR"/>
              </a:rPr>
              <a:t>최악 뷰 GT vs render 나란히 비교(바늘형 아티팩트 확대컷)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Noto Sans CJK KR"/>
              </a:rPr>
              <a:t>§4. 정직한 현재 위치와 다음 스텝 (슬라이드 15–18)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15 — 현재 스코어카드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051560"/>
          <a:ext cx="11185855" cy="1664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8618"/>
                <a:gridCol w="3728618"/>
                <a:gridCol w="3728619"/>
              </a:tblGrid>
              <a:tr h="332841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기준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PSNR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비고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</a:tr>
              <a:tr h="332841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Incremental 최선(exp51 축A+B)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25.29dB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held-out 163뷰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</a:tr>
              <a:tr h="332841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Incremental 자체구현(exp48)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18.0~18.27dB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폐기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32841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배치 baseline(exp30, ORB init)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31.549dB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진짜 상한 하단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</a:tr>
              <a:tr h="332844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배치 챔피언(exp44d2, hybrid+carve)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32.479dB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진짜 상한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2770632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갭 =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~6~7dB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, 원인은 진단 완료(바늘형 floater) — 이제 "무엇을 더 넣을까"가 아니라 "검증된 처방을 이식"하는 문제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145536"/>
            <a:ext cx="11185855" cy="457200"/>
          </a:xfrm>
          <a:prstGeom prst="rect">
            <a:avLst/>
          </a:prstGeom>
          <a:solidFill>
            <a:srgbClr val="FFF6E0"/>
          </a:solidFill>
          <a:ln w="9525">
            <a:solidFill>
              <a:srgbClr val="E0C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b="1" sz="1100">
                <a:solidFill>
                  <a:srgbClr val="8A5A00"/>
                </a:solidFill>
                <a:latin typeface="Noto Sans CJK KR"/>
              </a:rPr>
              <a:t>🎨 시각자료  </a:t>
            </a:r>
            <a:r>
              <a:rPr sz="1100" b="0">
                <a:solidFill>
                  <a:srgbClr val="8A5A00"/>
                </a:solidFill>
                <a:latin typeface="Noto Sans CJK KR"/>
              </a:rPr>
              <a:t>위 표를 막대그래프로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16 — 진행 중 걸림돌: 전체 프레임+vanilla급 예산 실험이 CUDA OOM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시도: keyframe 57장이 아니라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배치 vanilla처럼 전체 dense 프레임(~1,303장)을 causal 순서로 다 써서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학습하면 자체 아키텍처 안에서도 vanilla급에 도달할 수 있는지 테스트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00784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Photo-SLAM의 기존 셔플-순환 샘플러(균등 순환 확인됨, 슬라이드12)를 그대로 활용해 window+shuffle 구현 — 새 샘플러 코드 불필요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75688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결과: 가우시안 66만 개 시점에서 CUDA OOM 크래시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(16GB GPU)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450592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원인: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pruning 없이 SLAM+PPM init을 계속 누적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— carve loss가 아직 없어 densify만 있고 가지치기가 없음 → 배치 챔피언은 175k점을 유지하며 14분에 끝나는데, 우리는 1M+점까지 불어남(속도도 이 때문에 훨씬 느림)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099816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이 크래시 자체가 "carve loss(pruning 포함) 이식이 다음 순서"라는 결론을 다시 한번 가리킴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— 이제 품질 레버일 뿐 아니라 실행 가능성의 하드 제약이 됨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474720"/>
            <a:ext cx="11185855" cy="457200"/>
          </a:xfrm>
          <a:prstGeom prst="rect">
            <a:avLst/>
          </a:prstGeom>
          <a:solidFill>
            <a:srgbClr val="FFF6E0"/>
          </a:solidFill>
          <a:ln w="9525">
            <a:solidFill>
              <a:srgbClr val="E0C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b="1" sz="1100">
                <a:solidFill>
                  <a:srgbClr val="8A5A00"/>
                </a:solidFill>
                <a:latin typeface="Noto Sans CJK KR"/>
              </a:rPr>
              <a:t>🎨 시각자료  </a:t>
            </a:r>
            <a:r>
              <a:rPr sz="1100" b="0">
                <a:solidFill>
                  <a:srgbClr val="8A5A00"/>
                </a:solidFill>
                <a:latin typeface="Noto Sans CJK KR"/>
              </a:rPr>
              <a:t>가우시안 수 증가 곡선(배치 175k 고정 vs incremental 66만+ 폭주), OOM 로그 스니펫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17 — 다음 스텝: 축E — 검증된 Carve Loss를 Incremental에 이식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배치 트랙에서 이미 완성·검증된 방법론(exp38~44d2: softlite opacity 압력 + budget prune + birth gate + carve-potential force)을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Photo-SLAM C++/LibTorch 파이프라인에 이식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00784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기대 효과 3가지: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75688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순서: 축E 이식·검증 → (해소되면) 전체 프레임+vanilla급 예산 재시도 → 라이브 통합(exp50과 합류)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450592"/>
            <a:ext cx="11185855" cy="457200"/>
          </a:xfrm>
          <a:prstGeom prst="rect">
            <a:avLst/>
          </a:prstGeom>
          <a:solidFill>
            <a:srgbClr val="FFF6E0"/>
          </a:solidFill>
          <a:ln w="9525">
            <a:solidFill>
              <a:srgbClr val="E0C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b="1" sz="1100">
                <a:solidFill>
                  <a:srgbClr val="8A5A00"/>
                </a:solidFill>
                <a:latin typeface="Noto Sans CJK KR"/>
              </a:rPr>
              <a:t>🎨 시각자료  </a:t>
            </a:r>
            <a:r>
              <a:rPr sz="1100" b="0">
                <a:solidFill>
                  <a:srgbClr val="8A5A00"/>
                </a:solidFill>
                <a:latin typeface="Noto Sans CJK KR"/>
              </a:rPr>
              <a:t>carve loss 4요소 다이어그램(07/14 발표 슬라이드8 재사용) + 이식 대상 파이프라인 표시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18 — 결론 한 줄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배치 트랙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: 305·12F 품질 개선으로 사실상 마무리 (init이 지배 레버라는 원칙까지 재확인)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26464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Incremental 트랙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: 이번 사이클의 산출물은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PSNR 향상폭(+2.42dB)이 아니라 경로 확정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— 자체구현 폐기 → 검증된 아키텍처(Photo-SLAM) 채택 → 병목의 정체(depth-init floater) 정밀 진단 → 처방(carve loss 이식) 확정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75688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다음 미팅까지 목표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: 축E 이식 후 incremental이 배치급(31.5dB+)에 얼마나 접근하는지 — 이게 되면 "실시간 고품질 floater-free" 북극성의 절반(매핑)이 사실상 완성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724912"/>
            <a:ext cx="11185855" cy="457200"/>
          </a:xfrm>
          <a:prstGeom prst="rect">
            <a:avLst/>
          </a:prstGeom>
          <a:solidFill>
            <a:srgbClr val="FFF6E0"/>
          </a:solidFill>
          <a:ln w="9525">
            <a:solidFill>
              <a:srgbClr val="E0C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b="1" sz="1100">
                <a:solidFill>
                  <a:srgbClr val="8A5A00"/>
                </a:solidFill>
                <a:latin typeface="Noto Sans CJK KR"/>
              </a:rPr>
              <a:t>🎨 시각자료  </a:t>
            </a:r>
            <a:r>
              <a:rPr sz="1100" b="0">
                <a:solidFill>
                  <a:srgbClr val="8A5A00"/>
                </a:solidFill>
                <a:latin typeface="Noto Sans CJK KR"/>
              </a:rPr>
              <a:t>없음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