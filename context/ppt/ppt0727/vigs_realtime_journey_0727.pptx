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454"/>
                </a:solidFill>
                <a:latin typeface="Noto Sans CJK KR"/>
              </a:rPr>
              <a:t>GS_FLOATERLAB · EXP52 → EXP56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CF4"/>
                </a:solidFill>
                <a:latin typeface="Noto Sans CJK KR"/>
              </a:rPr>
              <a:t>Incremental 3DGS Mapping 실시간화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8B95AB"/>
                </a:solidFill>
                <a:latin typeface="Noto Sans CJK KR"/>
              </a:rPr>
              <a:t>VIGS-SLAM 채택 리캡 · 실시간 최초 돌파 · 품질까지 함께 개선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8B95AB"/>
                </a:solidFill>
                <a:latin typeface="Noto Sans CJK KR"/>
              </a:rPr>
              <a:t>"왜 안 빨라지나" 심층 규명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5AB"/>
                </a:solidFill>
                <a:latin typeface="Noto Sans CJK KR"/>
              </a:rPr>
              <a:t>1253 시퀀스 · exp52~56 · 07/20 → 07/27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RECAP · 07/20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지난 발표 리캡: 어디까지 끝냈나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>
                <a:solidFill>
                  <a:srgbClr val="E8ECF4"/>
                </a:solidFill>
                <a:latin typeface="Noto Sans CJK KR"/>
              </a:rPr>
              <a:t>•  VIGS-SLAM(ECCV2026) 채택 — 단안 RGB+IMU, DROID-SLAM식 dense correlation 트래킹. 우리 목표(흑백 SLAM 트래킹 + RGB incremental 매핑)에 가장 가까운 참조 아키텍처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>
                <a:solidFill>
                  <a:srgbClr val="E8ECF4"/>
                </a:solidFill>
                <a:latin typeface="Noto Sans CJK KR"/>
              </a:rPr>
              <a:t>•  20초 타이밍 버그 발견·수정 — reader 프로세스 sleep(20) 순서 문제로 모든 "온라인 루프 총합"에 인위적 20초가 섞여있었음. 수정 후 실시간 배수 2.77배 → 1.52배로 정정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>
                <a:solidFill>
                  <a:srgbClr val="E8ECF4"/>
                </a:solidFill>
                <a:latin typeface="Noto Sans CJK KR"/>
              </a:rPr>
              <a:t>•  구조적 개선 — IMU 프리적분 C++ 빌드 + TensorRT 3종(−14%), tracking/mapping 비동기 오버랩 gs_parallel 도입(업스트림 레이스 컨디션 버그 발견·수정, −26.1% 추가)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>
                <a:solidFill>
                  <a:srgbClr val="E8ECF4"/>
                </a:solidFill>
                <a:latin typeface="Noto Sans CJK KR"/>
              </a:rPr>
              <a:t>•  핵심 진단 — mapping(rasterize+backward+loss_compute)이 온라인 루프의 81.4%로 압도적 병목. 이번 사이클(exp53~56) 전체가 이 진단 위에서 진행됨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오늘은 이 지점(1.52배, 아직 실시간 아님) 이후 일주일간 일어난 일만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이번 사이클 요약 (TL;DR)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ldr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1794"/>
            <a:ext cx="5852160" cy="3262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371600"/>
            <a:ext cx="49679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>
                <a:solidFill>
                  <a:srgbClr val="E8ECF4"/>
                </a:solidFill>
                <a:latin typeface="Noto Sans CJK KR"/>
              </a:rPr>
              <a:t>•  exp53+54: 트래킹·매핑 양쪽 경량화 → 실시간 최초 돌파(0.94배)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>
                <a:solidFill>
                  <a:srgbClr val="E8ECF4"/>
                </a:solidFill>
                <a:latin typeface="Noto Sans CJK KR"/>
              </a:rPr>
              <a:t>•  exp55: 내용-적응 gaussian 예산 + carve loss 온라인 이식 → 시간 유지하며 평균 gaussian −35.9%, 가시 floater −7.5%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00">
                <a:solidFill>
                  <a:srgbClr val="E8ECF4"/>
                </a:solidFill>
                <a:latin typeface="Noto Sans CJK KR"/>
              </a:rPr>
              <a:t>•  exp56: "왜 안 빨라지나"를 회귀분석으로 규명 → 숨어있던 진짜 병목 2건 발견·수정 → 0.70배, PSNR까지 +0.88/+0.93dB 개선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5394960"/>
            <a:ext cx="4967935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E8ECF4"/>
                </a:solidFill>
                <a:latin typeface="Noto Sans CJK KR"/>
              </a:rPr>
              <a:t>1.52배(비실시간) → 0.70배(여유 19초), 그 사이 품질은 계속 좋아짐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§1 · EXP53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프론트엔드(트래킹) 경량화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3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259" y="1280160"/>
            <a:ext cx="6021175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0916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07/20 진단(mapping 81.4%)과 별개로 트래킹도 손댈 여지가 컸음 — 나중 exp56 부록에서 "순수 트래킹 절감폭(−47.5%)이 매핑 절감폭(−12~15%)보다 훨씬 크다"는 게 재확인됨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축D(correlation 해상도)는 사전학습 가중치에 shape가 고정 결합돼 조사 후 구현 불가 판정 — 재학습 없인 못 건드림, 정직하게 기각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재학습 없이 안 되는 것도 시도해보고 명확히 접었다는 게 중요 — 막연히 미룬 게 아니라 판정을 끝냄.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§1 · EXP54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매핑 경량화 — 7축 스캔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C98A"/>
                </a:solidFill>
                <a:latin typeface="Noto Sans CJK KR"/>
              </a:rPr>
              <a:t>축1 · 채택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1673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keyframe당 초기 gaussian 점 개수를 절반으로 (pcd_downsample 64→128) → 시간 −3.3%, 품질 손실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395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EF6A5C"/>
                </a:solidFill>
                <a:latin typeface="Noto Sans CJK KR"/>
              </a:rPr>
              <a:t>축2 · 기각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79092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첫 keyframe만 더 성기게 초기화 → 오히려 densify가 보충해버려 +1.2%(역효과) — 축6과 짝으로 봐야 하는 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963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EF6A5C"/>
                </a:solidFill>
                <a:latin typeface="Noto Sans CJK KR"/>
              </a:rPr>
              <a:t>축3 · 기각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41448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keyframe당 최적화 반복 10→5로 절반 → 이 시점엔 트래킹이 병목(91%)이라 mapping 줄여도 ±0%, ROI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5866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A47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A479E0"/>
                </a:solidFill>
                <a:latin typeface="Noto Sans CJK KR"/>
              </a:rPr>
              <a:t>축4 · 보류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003804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매핑 렌더링 해상도를 절반으로(render_downsample=2) → −4.2%, PSNR −0.8dB — 유효하지만 이미 실시간이라 미채택, 코드만 보존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2102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EF6A5C"/>
                </a:solidFill>
                <a:latin typeface="Noto Sans CJK KR"/>
              </a:rPr>
              <a:t>축5 · 기각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566160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한 번의 map() 호출에서 보는 카메라 뷰 개수 상한을 축소(max_viewpoints↓) → ±0%, 효과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833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EF6A5C"/>
                </a:solidFill>
                <a:latin typeface="Noto Sans CJK KR"/>
              </a:rPr>
              <a:t>축6+2 · 기각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12851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gaussian 증식 속도 억제 + 성긴 초기화 결합 → 최종 gaussian 수는 줄었는데 시간은 그대로(+0.2%) — 개수 자체가 더는 병목이 아님을 처음 시사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4573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C98A"/>
                </a:solidFill>
                <a:latin typeface="Noto Sans CJK KR"/>
              </a:rPr>
              <a:t>축7 · 채택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690872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균일 샘플링 대신 이미지 디테일에 따라 점을 배분(PPM 적응 샘플링) → 시간 그대로, PSNR +0.16dB 공짜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5252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속도 축만 스캔한 게 아니라 축3에서 우연히 "이 시점엔 트래킹이 91%"라는 걸 발견 — 이게 exp53 우선순위의 직접 근거가 됨(서로 다른 실험이 서로의 근거를 만든 사례).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§1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결과: 실시간 최초 돌파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break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179" y="1371600"/>
            <a:ext cx="8491335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exp53+exp54 통합 레시피: 61.34초, 실시간 배수 0.94배 — 이 프로젝트 최초로 1.0배 미만 달성. 여기서 멈춰도 목표(실시간)는 달성인데, 다음 두 사이클(exp55/56)에서 여유를 더 벌고 품질까지 올림.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§2 · EXP55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내용-적응 gaussian 예산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5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17" y="1280160"/>
            <a:ext cx="10417859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12080"/>
            <a:ext cx="110944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가설: 디테일 많은(Sobel gradient 큰) keyframe엔 gaussian이 더 필요하고, 단조로운 keyframe엔 덜 필요할 것. Phase1(캘리브레이션)에서 상관관계로 먼저 검증한 뒤 Phase2에서 배율곡선+keyframe별 cap을 구현 → 평균 gaussian 수 −35.9%, 최종 −35.3%, PSNR·궤적 손실 없음(오히려 소폭 개선). 사용자 아이디어를 감으로 가지 않고 상관관계로 먼저 검증한 뒤 구현했다는 게 핵심.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§2 · EXP55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carve loss 온라인 이식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5_ca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13" y="1280160"/>
            <a:ext cx="7791268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34840"/>
            <a:ext cx="110944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배치 트랙에서 이미 검증된(AUC 0.98) carve loss를, VIGS의 BA-정제 추적 depth(disps_up)를 신뢰 표면 삼아 depth-violation 전용 온라인 근사로 재설계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region GT가 VIGS 좌표계에 안 맞아 — carve_loss.py 자신의 신호 설계를 그대로 재구현한 오프라인 진단 지표를 새로 제작해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표준 지표가 안 맞으면 새로 만들어서라도 채택/기각을 숫자로 판단한다는 원칙.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§2 ·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부록: 직렬 실행으로 밝혀진 진짜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5_append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55" y="1280160"/>
            <a:ext cx="9026384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4632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"지금 상태로 직렬 돌리면 순수 시간이 어떻게 되나" 실측 → 순수 tracking 27.9초 vs 순수 mapping 80.1초. 이게 exp54의 "tracking-bound" 결론과 정면 모순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파고든 결과 두 가지 발견: ① GPU 경합이 병렬 tracking을 거의 2배로 부풀림 ② _gs_queue가 가득 차면 오래된 keyframe을 버리는 정책 때문에 병렬 모드가 mapping 업데이트의 약 80%를 그냥 스킵(직렬 110회 vs 병렬 22회)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이 발견이 exp56 전체의 출발점 — "병렬 배수만 보면 안 되고 안에서 뭐가 스킵되는지 봐야 한다".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§3 · EXP56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문제 제기: gaussian↓인데 시간은 그대로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6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0141"/>
            <a:ext cx="6035040" cy="38662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46304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exp55에서 평균 gaussian 수를 35.9% 줄였는데 순수 mapping 시간은 12.2%밖에 안 줄었음 — "gaussian 수를 줄이는" 접근이 한계에 도달한 신호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exp54 축6+2에서도 이미 같은 현상 관측(gaussian 수를 더 눌러도 시간 그대로)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5120640"/>
            <a:ext cx="4785055" cy="118872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E8ECF4"/>
                </a:solidFill>
                <a:latin typeface="Noto Sans CJK KR"/>
              </a:rPr>
              <a:t>질문: gaussian 수가 시간을 안 줄이면, 무엇이 시간을 지배하는가?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§3 · PHASE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기존 계측 재분석으로 원인 진단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6_phas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464" y="1234440"/>
            <a:ext cx="3560991" cy="48463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645920"/>
            <a:ext cx="56994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새 실험 없이 기존 타이밍 로그를 처음으로 세부 태그별 집계 — 직렬 순수 map() 68.16초 중 rasterize 40% + backward 34% + loss_compute 24%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loss_compute는 순수 픽셀 연산(N-무관), rasterize/backward도 이 gaussian 규모(85k~130k)에선 "고정비"가 데이터量-비례 항을 압도함을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212080"/>
            <a:ext cx="56994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새 실험을 돌리기 전에 이미 있는 데이터부터 다시 봤다 — 이게 다음 발견들의 방법론.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§3 ·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iters 하향 — 첫 큰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6_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21" y="1280160"/>
            <a:ext cx="732545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"고정비가 지배적"이라면 진짜 변수는 gaussian 수가 아니라 "반복 횟수(iters)" — keyframe당 SGD 반복 10→7→5 스캔. iters=7: 시간 −16.1%, PSNR mean/kf 둘 다 +0.21dB, map() 처리 keyframe 수도 22→26회 증가 — 전 지표 동시 개선. (참고) 반대 방향(iters를 올려보는 실험)은 오히려 coverage가 줄어 역효과.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§3 · 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숨어있던 진짜 병목 발견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6_phas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99" y="1234440"/>
            <a:ext cx="38200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1645920"/>
            <a:ext cx="58823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map() 호출을 세부 로그로 종류별 분해해보니 — 26회 중 단 2~3회(맵 최초 초기화 + IMU 재초기화)가 전체 mapping 시간의 49%를 차지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원인: IMU 재초기화 시 맵 전체를 삭제하고 처음부터 다시 채우는데, 이때 반복 횟수가 90~131회(정규 호출의 10배 이상)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init_itr_num 1050→600으로 낮춰 추가 시간 −6.2%, PSNR 사실상 무손실(300까지 내리면 실손실 확인 후 기각)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5303520"/>
            <a:ext cx="58823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호출 26개 중 딱 2~3개에 절반이 몰려있었다는 게 이번 사이클 최대 발견.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§3 · PHASE 5~7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회귀분석으로 규명한 관계식, 그리고 품질까지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6_phase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960" y="1234440"/>
            <a:ext cx="791577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26280"/>
            <a:ext cx="110944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548개 실제 map() 호출 데이터로 회귀분석 — iters×n_view(반복 횟수×카메라 수)가 시간을 지배, gaussian 수·해상도는 부차적(R²=0.93~0.998)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00">
                <a:solidFill>
                  <a:srgbClr val="E8ECF4"/>
                </a:solidFill>
                <a:latin typeface="Noto Sans CJK KR"/>
              </a:rPr>
              <a:t>•  "카메라 뷰를 늘리면 품질이 좋아지지 않을까?" → window(프론티어) 자체를 키우면 오히려 PSNR 악화(−1.1~3.5dB) — 기각. 대신 프론티어는 그대로 두고 과거-keyframe 곁눈질 비중만 늘리기 → PSNR 개선, 시간 비용 무시할 수준 — 채택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같은 "뷰를 늘린다"는 아이디어인데 방법에 따라 정반대 결과 — 다음 로드맵(dense-frame supervision)에 대한 경고이기도 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§3 · PHASE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"공짜" 최적화 발견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6_phas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62" y="1463040"/>
            <a:ext cx="6000369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663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프로파일링 중 우연히 발견: 카메라 pose가 안 바뀌는데도 매 렌더링 호출마다 행렬 역산을 처음부터 다시 계산하고 있었음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pose가 바뀌는 지점이 코드 전체에 딱 한 곳뿐임을 확인한 뒤 캐싱 추가 — 그래디언트 수학은 전혀 안 건드리는 무위험 변경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제일 큰 인프라 작업(다음 슬라이드)을 준비하다가 발견한 제일 작은데 제일 확실한 개선.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§3 · PHASE 8b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CUDA 커널 batch화 시도 — 정직한 실패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exp56_phase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704" y="1371600"/>
            <a:ext cx="8022285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794760"/>
            <a:ext cx="11094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80">
                <a:solidFill>
                  <a:srgbClr val="E8ECF4"/>
                </a:solidFill>
                <a:latin typeface="Noto Sans CJK KR"/>
              </a:rPr>
              <a:t>•  "카메라 여러 대를 한 번의 CUDA 커널 호출로 묶으면 더 빠르지 않을까" — 실제로 구현·검증까지 진행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80">
                <a:solidFill>
                  <a:srgbClr val="E8ECF4"/>
                </a:solidFill>
                <a:latin typeface="Noto Sans CJK KR"/>
              </a:rPr>
              <a:t>•  기존 커널(그래디언트 수학 포함)은 안 건드리고 C++에서 안전하게 감싸는 방식으로 구현, forward는 완전 일치, backward도 수치적으로 검증 통과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80">
                <a:solidFill>
                  <a:srgbClr val="E8ECF4"/>
                </a:solidFill>
                <a:latin typeface="Noto Sans CJK KR"/>
              </a:rPr>
              <a:t>•  실전 적용 1차 시도에서 PSNR 붕괴 발견 → 원인(텐서 shape 불일치) 진단·수정 → 재검증 통과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180">
                <a:solidFill>
                  <a:srgbClr val="E8ECF4"/>
                </a:solidFill>
                <a:latin typeface="Noto Sans CJK KR"/>
              </a:rPr>
              <a:t>•  하지만 최종 시간 측정 결과 개선 없음 — 진짜 병목이 "CUDA 커널 실행 자체"라는 사전 진단이 재확인됨, 채택하지 않고 안전하게 원복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성공한 것만 보여주면 신뢰가 안 감 — 위험한 시도를 안전하게 검증하고, 안 되면 되돌리는 과정 자체가 방법론.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§4 ·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전체 타임라인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overal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7062"/>
            <a:ext cx="6949440" cy="369243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1463040"/>
          <a:ext cx="3840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B454"/>
                          </a:solidFill>
                          <a:latin typeface="Noto Sans CJK KR"/>
                        </a:rPr>
                        <a:t>시점</a:t>
                      </a:r>
                    </a:p>
                  </a:txBody>
                  <a:tcPr marL="109728" marR="109728"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B454"/>
                          </a:solidFill>
                          <a:latin typeface="Noto Sans CJK KR"/>
                        </a:rPr>
                        <a:t>실시간 배수</a:t>
                      </a:r>
                    </a:p>
                  </a:txBody>
                  <a:tcPr marL="109728" marR="109728"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B454"/>
                          </a:solidFill>
                          <a:latin typeface="Noto Sans CJK KR"/>
                        </a:rPr>
                        <a:t>PSNR(mean/kf)</a:t>
                      </a:r>
                    </a:p>
                  </a:txBody>
                  <a:tcPr marL="109728" marR="109728" anchor="ctr">
                    <a:solidFill>
                      <a:srgbClr val="1A1F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8ECF4"/>
                          </a:solidFill>
                          <a:latin typeface="Noto Sans CJK KR"/>
                        </a:rPr>
                        <a:t>07/20 (정정 후)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1.52배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8ECF4"/>
                          </a:solidFill>
                          <a:latin typeface="Noto Sans CJK KR"/>
                        </a:rPr>
                        <a:t>exp53+54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0.94배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8ECF4"/>
                          </a:solidFill>
                          <a:latin typeface="Noto Sans CJK KR"/>
                        </a:rPr>
                        <a:t>exp55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0.92배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22.61/22.95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8ECF4"/>
                          </a:solidFill>
                          <a:latin typeface="Noto Sans CJK KR"/>
                        </a:rPr>
                        <a:t>exp56 최종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0.70배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8ECF4"/>
                          </a:solidFill>
                          <a:latin typeface="Noto Sans CJK KR"/>
                        </a:rPr>
                        <a:t>23.49/23.88</a:t>
                      </a:r>
                    </a:p>
                  </a:txBody>
                  <a:tcPr marL="109728" marR="109728" anchor="ctr">
                    <a:solidFill>
                      <a:srgbClr val="12151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실시간을 달성한 뒤에도 멈추지 않고 추가로 시간을 1/4 줄이면서 품질까지 올렸다.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§4 ·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현재 상태 스코어카드 + 다음 후보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8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8ECF4"/>
                </a:solidFill>
                <a:latin typeface="Noto Sans CJK KR"/>
              </a:rPr>
              <a:t>45.79s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온라인 루프 총합
(예산 65.1s 대비 여유 19s)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4173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4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4CC98A"/>
                </a:solidFill>
                <a:latin typeface="Noto Sans CJK KR"/>
              </a:rPr>
              <a:t>23.49/23.88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PSNR (mean/kf)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41732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FFB454"/>
                </a:solidFill>
                <a:latin typeface="Noto Sans CJK KR"/>
              </a:rPr>
              <a:t>0.70×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실시간 배수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B454"/>
                </a:solidFill>
                <a:latin typeface="Noto Sans CJK KR"/>
              </a:rPr>
              <a:t>다음 후보 (우선순위 논의 필요)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EF6A5C"/>
                </a:solidFill>
                <a:latin typeface="Noto Sans CJK KR"/>
              </a:rPr>
              <a:t>① 고위험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14553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CUDA 커널 레벨 batch화(Phase 8b가 실패한 진짜 원인 해결) — 이득 불확실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86EA"/>
                </a:solidFill>
                <a:latin typeface="Noto Sans CJK KR"/>
              </a:rPr>
              <a:t>② 저위험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83133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init_itr_num/iters 더 세밀한 스캔 — 이득 작음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A47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A479E0"/>
                </a:solidFill>
                <a:latin typeface="Noto Sans CJK KR"/>
              </a:rPr>
              <a:t>③ 신규 후보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451713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오프라인 색정제를 실시간 호환으로 재설계 — 다음 슬라이드, +3~6dB 확인됨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C98A"/>
                </a:solidFill>
                <a:latin typeface="Noto Sans CJK KR"/>
              </a:rPr>
              <a:t>④ 다음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20293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Localization(흑백 SLAM 트래킹) 실제 통합 — exp50과 합류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carve loss로 floater 억제는 유지 중. ①번은 리스크 대비 이득이 불확실해서 팀 논의가 필요한 지점.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§4 · NEW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부록: 오프라인 후처리가 사주는 PSNR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pl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995" y="1234440"/>
            <a:ext cx="8121704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572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F6A5C"/>
                </a:solidFill>
                <a:latin typeface="Noto Sans CJK KR"/>
              </a:rPr>
              <a:t>~196s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후처리 고정비용
(26,000 iter, 프레임수 무관)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57200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4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4CC98A"/>
                </a:solidFill>
                <a:latin typeface="Noto Sans CJK KR"/>
              </a:rPr>
              <a:t>+3.04 / +6.45dB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PSNR 이득(mean/kf)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5720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8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8ECF4"/>
                </a:solidFill>
                <a:latin typeface="Noto Sans CJK KR"/>
              </a:rPr>
              <a:t>26.53 / 30.33dB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exp56 최종 레시피 위 실측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07/18 구버전 설정에서 처음 발견된 패턴(+4.12/+7.95dB)이 exp56 최종 레시피에서도 재현됨(2026-07-27 재검증). 26k iteration은 시퀀스 길이와 무관한 고정 배치 작업이라 현재 구조로는 "실시간"이 아니라 "끝나고 한 번에 몰아서" — 다음 슬라이드는 이걸 실시간 호환으로 만들 방법에 대한 제안.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§4 ·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후처리를 실시간 호환으로 만들려면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350">
                <a:solidFill>
                  <a:srgbClr val="E8ECF4"/>
                </a:solidFill>
                <a:latin typeface="Noto Sans CJK KR"/>
              </a:rPr>
              <a:t>•  핵심 문제: 26,000 iteration이 시퀀스 종료 후 한 번에 블로킹으로 몰림 — 온라인 시스템엔 "종료 시점"이 없음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86EA"/>
                </a:solidFill>
                <a:latin typeface="Noto Sans CJK KR"/>
              </a:rPr>
              <a:t>A · 상시 백그라운드화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1401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26k를 세션 끝에 몰아서 돌리지 않고, 이미 지나간(프론티어 밖) keyframe에 대해 GPU 유휴 사이클마다 소량씩 지속 refinement — n_global_views(Phase7)가 이미 하던 걸 전용 백그라운드 루프로 확장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FFB454"/>
                </a:solidFill>
                <a:latin typeface="Noto Sans CJK KR"/>
              </a:rPr>
              <a:t>B · 우선순위 스케줄링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37413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_gs_queue가 비어 mapper가 노는 시점(exp55 부록에서 이미 발견한 유휴 구간)을 감지해 그 틈에만 refinement 스텝을 끼워 넣음 — 신규 keyframe 처리를 항상 최우선으로 선점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C98A"/>
                </a:solidFill>
                <a:latin typeface="Noto Sans CJK KR"/>
              </a:rPr>
              <a:t>C · 반복수 자체 축소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33425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iters=10→7이 온라인에서 그랬듯, 26,000도 고정 상수일 뿐 — 스윕(예: 5000/10000)해서 수확체감 지점을 찾으면 고정비용 자체를 줄일 수 있음(저위험, 미검증)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권장: C(반복수 스윕)로 저위험 저비용 검증 먼저 → A/B(상시 백그라운드화)로 구조를 바꾸는 건 exp56 Phase7의 아이디어를 그대로 확장하는 것이라 다음 사이클 후보로 유력.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§4 · 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post-processed급 online — 쉽지 않은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realtim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06" y="1234440"/>
            <a:ext cx="5692786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0593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계산량 격차: 26,000 iter × ~6.4ms/view-op(Phase8 실측치 그대로 적용) ≈ 166~196초 필요 — 지금 파이프라인 여유는 65.1s 예산 대비 19.3초뿐, 약 8~10배 부족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더 근본적 문제: color_refinement는 "전체 궤적을 이미 다 본 상태"에서 모든 keyframe을 반복 방문하는 global 작업 — 라이브 스트림엔 애초에 "다 봤다"는 시점이 없음</a:t>
            </a:r>
          </a:p>
          <a:p>
            <a:pPr>
              <a:lnSpc>
                <a:spcPct val="122000"/>
              </a:lnSpc>
              <a:spcAft>
                <a:spcPts val="800"/>
              </a:spcAft>
            </a:pPr>
            <a:r>
              <a:rPr sz="1250">
                <a:solidFill>
                  <a:srgbClr val="E8ECF4"/>
                </a:solidFill>
                <a:latin typeface="Noto Sans CJK KR"/>
              </a:rPr>
              <a:t>•  즉 "매 순간 완전히 캐치업된 post-processed급"은 계산량 문제 이전에 정의상 불가능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577840"/>
            <a:ext cx="50593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그래서 목표를 "항상 최종 품질"이 아니라 "프론티어 + 뒤에서 점점 따라잡는 품질"로 재정의하는 게 현실적 — 다음 슬라이드가 그 그림.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§4 · 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현실적 목표: bounded-lag 온라인 정제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bounded_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354" y="1280160"/>
            <a:ext cx="7834985" cy="3566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루프클로저 global BA를 백그라운드로 돌리는 성숙한 SLAM 시스템들과 같은 패턴 — 프론티어(방금 본 곳)는 항상 실시간으로 그려지고, 그 뒤를 정제(refinement)가 시간차를 두고 계속 따라오며 품질을 끌어올린다. "실시간 = 항상 완성본"이 아니라 "실시간 = 프론티어가 안 밀린다 + 지나간 곳은 계속 좋아진다"로 성공 기준 자체를 바꾸는 게 이번 발견의 결론.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§4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결론 한 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86EA"/>
                </a:solidFill>
                <a:latin typeface="Noto Sans CJK KR"/>
              </a:rPr>
              <a:t>EXP53+54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49961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실시간 최초 돌파 (0.94배)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4CC98A"/>
                </a:solidFill>
                <a:latin typeface="Noto Sans CJK KR"/>
              </a:rPr>
              <a:t>EXP55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27685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품질 레버 확보 (gaussian −35.9%, floater −7.5%, 비용 없음)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FFB454"/>
                </a:solidFill>
                <a:latin typeface="Noto Sans CJK KR"/>
              </a:rPr>
              <a:t>EXP56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054096"/>
            <a:ext cx="940277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CF4"/>
                </a:solidFill>
                <a:latin typeface="Noto Sans CJK KR"/>
              </a:rPr>
              <a:t>"왜 안 빨라지나"를 끝까지 규명해 4단계 연속 개선 + 실패한 시도(batch화)까지 안전하게 검증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94415" cy="1188720"/>
          </a:xfrm>
          <a:prstGeom prst="roundRect">
            <a:avLst>
              <a:gd name="adj" fmla="val 6000"/>
            </a:avLst>
          </a:prstGeom>
          <a:solidFill>
            <a:srgbClr val="1A1F2B"/>
          </a:solidFill>
          <a:ln w="1905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600" b="1">
                <a:solidFill>
                  <a:srgbClr val="E8ECF4"/>
                </a:solidFill>
                <a:latin typeface="Noto Sans CJK KR"/>
              </a:rPr>
              <a:t>실시간을 달성하고, 그 위에서 시간을 추가로 1/4 더 줄이면서 품질까지 함께 올렸다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B95AB"/>
                </a:solidFill>
                <a:latin typeface="Noto Sans CJK KR"/>
              </a:rPr>
              <a:t>다음 미팅까지 목표(localization 통합 vs 커널 batch화 여부)에 대한 팀 의견 요청.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