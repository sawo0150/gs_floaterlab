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B454"/>
                </a:solidFill>
                <a:latin typeface="Noto Sans CJK KR"/>
              </a:rPr>
              <a:t>GS_FLOATERLAB · EXP52 → EXP56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8ECF4"/>
                </a:solidFill>
                <a:latin typeface="Noto Sans CJK KR"/>
              </a:rPr>
              <a:t>Incremental 3DGS Mapping 실시간화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8B95AB"/>
                </a:solidFill>
                <a:latin typeface="Noto Sans CJK KR"/>
              </a:rPr>
              <a:t>VIGS-SLAM 채택 리캡 · 실시간 최초 돌파 · 품질까지 함께 개선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8B95AB"/>
                </a:solidFill>
                <a:latin typeface="Noto Sans CJK KR"/>
              </a:rPr>
              <a:t>"왜 안 빨라지나" 심층 규명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8B95AB"/>
                </a:solidFill>
                <a:latin typeface="Noto Sans CJK KR"/>
              </a:rPr>
              <a:t>1253 시퀀스 · exp52~56 · 07/20 → 07/27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RECAP · 07/20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지난 발표 리캡: 어디까지 끝냈나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>
                <a:solidFill>
                  <a:srgbClr val="E8ECF4"/>
                </a:solidFill>
                <a:latin typeface="Noto Sans CJK KR"/>
              </a:rPr>
              <a:t>•  VIGS-SLAM(ECCV2026) 채택 — 단안 RGB+IMU, DROID-SLAM식 dense correlation 트래킹. 우리 목표(흑백 SLAM 트래킹 + RGB incremental 매핑)에 가장 가까운 참조 아키텍처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>
                <a:solidFill>
                  <a:srgbClr val="E8ECF4"/>
                </a:solidFill>
                <a:latin typeface="Noto Sans CJK KR"/>
              </a:rPr>
              <a:t>•  20초 타이밍 버그 발견·수정 — reader 프로세스 sleep(20) 순서 문제로 모든 "온라인 루프 총합"에 인위적 20초가 섞여있었음. 수정 후 실시간 배수 2.77배 → 1.52배로 정정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>
                <a:solidFill>
                  <a:srgbClr val="E8ECF4"/>
                </a:solidFill>
                <a:latin typeface="Noto Sans CJK KR"/>
              </a:rPr>
              <a:t>•  구조적 개선 — IMU 프리적분 C++ 빌드 + TensorRT 3종(−14%), tracking/mapping 비동기 오버랩 gs_parallel 도입(업스트림 레이스 컨디션 버그 발견·수정, −26.1% 추가)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>
                <a:solidFill>
                  <a:srgbClr val="E8ECF4"/>
                </a:solidFill>
                <a:latin typeface="Noto Sans CJK KR"/>
              </a:rPr>
              <a:t>•  핵심 진단 — mapping(rasterize+backward+loss_compute)이 온라인 루프의 81.4%로 압도적 병목. 이번 사이클(exp53~56) 전체가 이 진단 위에서 진행됨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오늘은 이 지점(1.52배, 아직 실시간 아님) 이후 일주일간 일어난 일만 다룹니다.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이번 사이클 요약 (TL;DR)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tldr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51794"/>
            <a:ext cx="5852160" cy="32629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1371600"/>
            <a:ext cx="496793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00">
                <a:solidFill>
                  <a:srgbClr val="E8ECF4"/>
                </a:solidFill>
                <a:latin typeface="Noto Sans CJK KR"/>
              </a:rPr>
              <a:t>•  exp53+54: 트래킹·매핑 양쪽 경량화 → 실시간 최초 돌파(0.94배)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00">
                <a:solidFill>
                  <a:srgbClr val="E8ECF4"/>
                </a:solidFill>
                <a:latin typeface="Noto Sans CJK KR"/>
              </a:rPr>
              <a:t>•  exp55: 내용-적응 gaussian 예산 + carve loss 온라인 이식 → 시간 유지하며 평균 gaussian −35.9%, 가시 floater −7.5%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00">
                <a:solidFill>
                  <a:srgbClr val="E8ECF4"/>
                </a:solidFill>
                <a:latin typeface="Noto Sans CJK KR"/>
              </a:rPr>
              <a:t>•  exp56: "왜 안 빨라지나"를 회귀분석으로 규명 → 숨어있던 진짜 병목 2건 발견·수정 → 0.70배, PSNR까지 +0.88/+0.93dB 개선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5394960"/>
            <a:ext cx="4967935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E8ECF4"/>
                </a:solidFill>
                <a:latin typeface="Noto Sans CJK KR"/>
              </a:rPr>
              <a:t>1.52배(비실시간) → 0.70배(여유 19초), 그 사이 품질은 계속 좋아짐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§1 · EXP53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프론트엔드(트래킹) 경량화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3_a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5259" y="1280160"/>
            <a:ext cx="6021175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0916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07/20 진단(mapping 81.4%)과 별개로 트래킹도 손댈 여지가 컸음 — 나중 exp56 부록에서 "순수 트래킹 절감폭(−47.5%)이 매핑 절감폭(−12~15%)보다 훨씬 크다"는 게 재확인됨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축D(correlation 해상도)는 사전학습 가중치에 shape가 고정 결합돼 조사 후 구현 불가 판정 — 재학습 없인 못 건드림, 정직하게 기각 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재학습 없이 안 되는 것도 시도해보고 명확히 접었다는 게 중요 — 막연히 미룬 게 아니라 판정을 끝냄.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§1 · EXP54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매핑 경량화 — 7축 스캔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4_a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608" y="1280160"/>
            <a:ext cx="9736478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0644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속도 축만 스캔한 게 아니라 축3에서 우연히 "이 시점엔 트래킹이 91%"라는 걸 발견 — 이게 exp53 우선순위의 직접 근거가 됨(서로 다른 실험이 서로의 근거를 만든 사례).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§1 ·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결과: 실시간 최초 돌파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breakthrou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179" y="1371600"/>
            <a:ext cx="8491335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57784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exp53+exp54 통합 레시피: 61.34초, 실시간 배수 0.94배 — 이 프로젝트 최초로 1.0배 미만 달성. 여기서 멈춰도 목표(실시간)는 달성인데, 다음 두 사이클(exp55/56)에서 여유를 더 벌고 품질까지 올림.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§2 · EXP55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내용-적응 gaussian 예산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5_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17" y="1280160"/>
            <a:ext cx="10417859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12080"/>
            <a:ext cx="1109441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가설: 디테일 많은(Sobel gradient 큰) keyframe엔 gaussian이 더 필요하고, 단조로운 keyframe엔 덜 필요할 것. Phase1(캘리브레이션)에서 상관관계로 먼저 검증한 뒤 Phase2에서 배율곡선+keyframe별 cap을 구현 → 평균 gaussian 수 −35.9%, 최종 −35.3%, PSNR·궤적 손실 없음(오히려 소폭 개선). 사용자 아이디어를 감으로 가지 않고 상관관계로 먼저 검증한 뒤 구현했다는 게 핵심.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§2 · EXP55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carve loss 온라인 이식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5_ca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0213" y="1280160"/>
            <a:ext cx="7791268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434840"/>
            <a:ext cx="110944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배치 트랙에서 이미 검증된(AUC 0.98) carve loss를, VIGS의 BA-정제 추적 depth(disps_up)를 신뢰 표면 삼아 depth-violation 전용 온라인 근사로 재설계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region GT가 VIGS 좌표계에 안 맞아 — carve_loss.py 자신의 신호 설계를 그대로 재구현한 오프라인 진단 지표를 새로 제작해 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표준 지표가 안 맞으면 새로 만들어서라도 채택/기각을 숫자로 판단한다는 원칙.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§2 · 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부록: 직렬 실행으로 밝혀진 진짜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5_append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655" y="1280160"/>
            <a:ext cx="9026384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46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"지금 상태로 직렬 돌리면 순수 시간이 어떻게 되나" 실측 → 순수 tracking 27.9초 vs 순수 mapping 80.1초. 이게 exp54의 "tracking-bound" 결론과 정면 모순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파고든 결과 두 가지 발견: ① GPU 경합이 병렬 tracking을 거의 2배로 부풀림 ② _gs_queue가 가득 차면 오래된 keyframe을 버리는 정책 때문에 병렬 모드가 mapping 업데이트의 약 80%를 그냥 스킵(직렬 110회 vs 병렬 22회)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이 발견이 exp56 전체의 출발점 — "병렬 배수만 보면 안 되고 안에서 뭐가 스킵되는지 봐야 한다".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EXP56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문제 제기: gaussian↓인데 시간은 그대로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50141"/>
            <a:ext cx="6035040" cy="38662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1463040"/>
            <a:ext cx="47850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exp55에서 평균 gaussian 수를 35.9% 줄였는데 순수 mapping 시간은 12.2%밖에 안 줄었음 — "gaussian 수를 줄이는" 접근이 한계에 도달한 신호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exp54 축6+2에서도 이미 같은 현상 관측(gaussian 수를 더 눌러도 시간 그대로)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5120640"/>
            <a:ext cx="4785055" cy="118872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E8ECF4"/>
                </a:solidFill>
                <a:latin typeface="Noto Sans CJK KR"/>
              </a:rPr>
              <a:t>질문: gaussian 수가 시간을 안 줄이면, 무엇이 시간을 지배하는가?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기존 계측 재분석으로 원인 진단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464" y="1234440"/>
            <a:ext cx="3560991" cy="48463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645920"/>
            <a:ext cx="569945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새 실험 없이 기존 타이밍 로그를 처음으로 세부 태그별 집계 — 직렬 순수 map() 68.16초 중 rasterize 40% + backward 34% + loss_compute 24%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loss_compute는 순수 픽셀 연산(N-무관), rasterize/backward도 이 gaussian 규모(85k~130k)에선 "고정비"가 데이터量-비례 항을 압도함을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5212080"/>
            <a:ext cx="569945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새 실험을 돌리기 전에 이미 있는 데이터부터 다시 봤다 — 이게 다음 발견들의 방법론.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iters 하향 — 첫 큰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21" y="1280160"/>
            <a:ext cx="7325451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53212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"고정비가 지배적"이라면 진짜 변수는 gaussian 수가 아니라 "반복 횟수(iters)" — keyframe당 SGD 반복 10→7→5 스캔. iters=7: 시간 −16.1%, PSNR mean/kf 둘 다 +0.21dB, map() 처리 keyframe 수도 22→26회 증가 — 전 지표 동시 개선. (참고) 반대 방향(iters를 올려보는 실험)은 오히려 coverage가 줄어 역효과.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숨어있던 진짜 병목 발견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499" y="1234440"/>
            <a:ext cx="382004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60720" y="1645920"/>
            <a:ext cx="58823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map() 호출을 세부 로그로 종류별 분해해보니 — 26회 중 단 2~3회(맵 최초 초기화 + IMU 재초기화)가 전체 mapping 시간의 49%를 차지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원인: IMU 재초기화 시 맵 전체를 삭제하고 처음부터 다시 채우는데, 이때 반복 횟수가 90~131회(정규 호출의 10배 이상)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init_itr_num 1050→600으로 낮춰 추가 시간 −6.2%, PSNR 사실상 무손실(300까지 내리면 실손실 확인 후 기각)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5303520"/>
            <a:ext cx="5882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호출 26개 중 딱 2~3개에 절반이 몰려있었다는 게 이번 사이클 최대 발견.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5~7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회귀분석으로 규명한 관계식, 그리고 품질까지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960" y="1234440"/>
            <a:ext cx="7915774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26280"/>
            <a:ext cx="110944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548개 실제 map() 호출 데이터로 회귀분석 — iters×n_view(반복 횟수×카메라 수)가 시간을 지배, gaussian 수·해상도는 부차적(R²=0.93~0.998)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"카메라 뷰를 늘리면 품질이 좋아지지 않을까?" → window(프론티어) 자체를 키우면 오히려 PSNR 악화(−1.1~3.5dB) — 기각. 대신 프론티어는 그대로 두고 과거-keyframe 곁눈질 비중만 늘리기 → PSNR 개선, 시간 비용 무시할 수준 — 채택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같은 "뷰를 늘린다"는 아이디어인데 방법에 따라 정반대 결과 — 다음 로드맵(dense-frame supervision)에 대한 경고이기도 함.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"공짜" 최적화 발견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662" y="1463040"/>
            <a:ext cx="6000369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663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프로파일링 중 우연히 발견: 카메라 pose가 안 바뀌는데도 매 렌더링 호출마다 행렬 역산을 처음부터 다시 계산하고 있었음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pose가 바뀌는 지점이 코드 전체에 딱 한 곳뿐임을 확인한 뒤 캐싱 추가 — 그래디언트 수학은 전혀 안 건드리는 무위험 변경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제일 큰 인프라 작업(다음 슬라이드)을 준비하다가 발견한 제일 작은데 제일 확실한 개선.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CUDA 커널 batch화 시도 — 정직한 실패 기록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704" y="1371600"/>
            <a:ext cx="8022285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794760"/>
            <a:ext cx="1109441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80">
                <a:solidFill>
                  <a:srgbClr val="E8ECF4"/>
                </a:solidFill>
                <a:latin typeface="Noto Sans CJK KR"/>
              </a:rPr>
              <a:t>•  "카메라 여러 대를 한 번의 CUDA 커널 호출로 묶으면 더 빠르지 않을까" — 실제로 구현·검증까지 진행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80">
                <a:solidFill>
                  <a:srgbClr val="E8ECF4"/>
                </a:solidFill>
                <a:latin typeface="Noto Sans CJK KR"/>
              </a:rPr>
              <a:t>•  기존 커널(그래디언트 수학 포함)은 안 건드리고 C++에서 안전하게 감싸는 방식으로 구현, forward는 완전 일치, backward도 수치적으로 검증 통과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80">
                <a:solidFill>
                  <a:srgbClr val="E8ECF4"/>
                </a:solidFill>
                <a:latin typeface="Noto Sans CJK KR"/>
              </a:rPr>
              <a:t>•  실전 적용 1차 시도에서 PSNR 붕괴 발견 → 원인(텐서 shape 불일치) 진단·수정 → 재검증 통과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80">
                <a:solidFill>
                  <a:srgbClr val="E8ECF4"/>
                </a:solidFill>
                <a:latin typeface="Noto Sans CJK KR"/>
              </a:rPr>
              <a:t>•  하지만 최종 시간 측정 결과 개선 없음 — 진짜 병목이 "CUDA 커널 실행 자체"라는 사전 진단이 재확인됨, 채택하지 않고 안전하게 원복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9441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성공한 것만 보여주면 신뢰가 안 감 — 위험한 시도를 안전하게 검증하고, 안 되면 되돌리는 과정 자체가 방법론.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§4 ·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전체 타임라인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overall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7062"/>
            <a:ext cx="6949440" cy="369243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1463040"/>
          <a:ext cx="3840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1440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B454"/>
                          </a:solidFill>
                          <a:latin typeface="Noto Sans CJK KR"/>
                        </a:rPr>
                        <a:t>시점</a:t>
                      </a:r>
                    </a:p>
                  </a:txBody>
                  <a:tcPr marL="109728" marR="109728"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B454"/>
                          </a:solidFill>
                          <a:latin typeface="Noto Sans CJK KR"/>
                        </a:rPr>
                        <a:t>실시간 배수</a:t>
                      </a:r>
                    </a:p>
                  </a:txBody>
                  <a:tcPr marL="109728" marR="109728"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B454"/>
                          </a:solidFill>
                          <a:latin typeface="Noto Sans CJK KR"/>
                        </a:rPr>
                        <a:t>PSNR(mean/kf)</a:t>
                      </a:r>
                    </a:p>
                  </a:txBody>
                  <a:tcPr marL="109728" marR="109728" anchor="ctr">
                    <a:solidFill>
                      <a:srgbClr val="1A1F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8ECF4"/>
                          </a:solidFill>
                          <a:latin typeface="Noto Sans CJK KR"/>
                        </a:rPr>
                        <a:t>07/20 (정정 후)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1.52배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8ECF4"/>
                          </a:solidFill>
                          <a:latin typeface="Noto Sans CJK KR"/>
                        </a:rPr>
                        <a:t>exp53+54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0.94배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8ECF4"/>
                          </a:solidFill>
                          <a:latin typeface="Noto Sans CJK KR"/>
                        </a:rPr>
                        <a:t>exp55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0.92배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22.61/22.95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8ECF4"/>
                          </a:solidFill>
                          <a:latin typeface="Noto Sans CJK KR"/>
                        </a:rPr>
                        <a:t>exp56 최종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0.70배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23.49/23.88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실시간을 달성한 뒤에도 멈추지 않고 추가로 시간을 1/4 줄이면서 품질까지 올렸다.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§4 ·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현재 상태 스코어카드 + 다음 후보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E8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E8ECF4"/>
                </a:solidFill>
                <a:latin typeface="Noto Sans CJK KR"/>
              </a:rPr>
              <a:t>45.79s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온라인 루프 총합
(예산 65.1s 대비 여유 19s)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4173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4CC98A"/>
                </a:solidFill>
                <a:latin typeface="Noto Sans CJK KR"/>
              </a:rPr>
              <a:t>23.49/23.88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PSNR (mean/kf)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9" y="1417320"/>
            <a:ext cx="3657600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FFB454"/>
                </a:solidFill>
                <a:latin typeface="Noto Sans CJK KR"/>
              </a:rPr>
              <a:t>0.70×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실시간 배수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B454"/>
                </a:solidFill>
                <a:latin typeface="Noto Sans CJK KR"/>
              </a:rPr>
              <a:t>다음 후보 (우선순위 논의 필요)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EF6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EF6A5C"/>
                </a:solidFill>
                <a:latin typeface="Noto Sans CJK KR"/>
              </a:rPr>
              <a:t>① 고위험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14553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CUDA 커널 레벨 batch화(Phase 8b가 실패한 진짜 원인 해결) — 이득 불확실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8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86EA"/>
                </a:solidFill>
                <a:latin typeface="Noto Sans CJK KR"/>
              </a:rPr>
              <a:t>② 저위험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383133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init_itr_num/iters 더 세밀한 스캔 — 이득 작음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720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C98A"/>
                </a:solidFill>
                <a:latin typeface="Noto Sans CJK KR"/>
              </a:rPr>
              <a:t>③ 다음 단계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451713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Localization(흑백 SLAM 트래킹) 실제 통합 — exp50과 합류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7784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carve loss로 floater 억제는 유지 중. ①번은 리스크 대비 이득이 불확실해서 팀 논의가 필요한 지점.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§4 ·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결론 한 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8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86EA"/>
                </a:solidFill>
                <a:latin typeface="Noto Sans CJK KR"/>
              </a:rPr>
              <a:t>EXP53+54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49961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실시간 최초 돌파 (0.94배)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317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C98A"/>
                </a:solidFill>
                <a:latin typeface="Noto Sans CJK KR"/>
              </a:rPr>
              <a:t>EXP55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227685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품질 레버 확보 (gaussian −35.9%, floater −7.5%, 비용 없음)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FFB454"/>
                </a:solidFill>
                <a:latin typeface="Noto Sans CJK KR"/>
              </a:rPr>
              <a:t>EXP56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05409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"왜 안 빨라지나"를 끝까지 규명해 4단계 연속 개선 + 실패한 시도(batch화)까지 안전하게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97680"/>
            <a:ext cx="11094415" cy="1188720"/>
          </a:xfrm>
          <a:prstGeom prst="roundRect">
            <a:avLst>
              <a:gd name="adj" fmla="val 6000"/>
            </a:avLst>
          </a:prstGeom>
          <a:solidFill>
            <a:srgbClr val="1A1F2B"/>
          </a:solidFill>
          <a:ln w="1905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600" b="1">
                <a:solidFill>
                  <a:srgbClr val="E8ECF4"/>
                </a:solidFill>
                <a:latin typeface="Noto Sans CJK KR"/>
              </a:rPr>
              <a:t>실시간을 달성하고, 그 위에서 시간을 추가로 1/4 더 줄이면서 품질까지 함께 올렸다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다음 미팅까지 목표(localization 통합 vs 커널 batch화 여부)에 대한 팀 의견 요청.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