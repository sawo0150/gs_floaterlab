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7wZ692PUJ/dBoWw/c2hfc8xqV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00:00–00:10 | Presenter: Sangwon Park. Names: Sangwon Park, Dong Hwi Kim, Chaehyeon Song. Equal emphasis, as in the reference.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00:10–00:40 | Representation → photorealism → fast rendering. Reference images are illustrative, not our results.</a:t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00:40–01:05 | Aria is the sensing platform; do not imply on-device computation. Map image slot is a real project output.</a:t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01:05–01:35 | Single shared compute resource; sequential input; no future views. Timing drawing is schematic.</a:t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01:35–02:00 | Two distinct failure modes. Add actual crops; do not treat a conceptual image as experimental evidence.</a:t>
            </a:r>
            <a:endParaRPr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02:00–02:35 | N(t)-N0 approximately S(t)/kappa for available candidates and work-conserving admission. Exact cap: min(M(t),N0+floor(S(t)/kappa)). N is pool size; S is completed mapping updates, not GPU utilization. No hardware-invariance claim.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02:35–03:10 | Per-view count derivation from §3.2. Vnorm(n)=sum((n_i-mean(n))²)/(2N); Δ_i is its change after one selection. Minimize expected next-step variance change minus tau*entropy. Exact p_i=softmax(-beta*n_i), beta=1/(N*tau). N-normalization rescales temperature; it is not mean-normalization/CV². Candidate set fixed for this derivation; actual block sampling uses remaining candidates without replacement. No global equality/convergence guarantee. See MATH_NOTES.md.</a:t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03:10–03:45 | One-sided Carve intuition: suppress opacity before a depth-supported surface; leave unobserved space unconstrained. Carve/Hit choice still under study.</a:t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03:45–04:35 | Fill comparison and metric before presentation. No invented numbers. Report dataset, GPU, budget, held-out split, repeats, tail policy. Identify personal contribution after confirming division of work.</a:t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04:35–05:00 | Recap research direction, not an unverified success claim. Hold conclusion for final five seconds.</a:t>
            </a:r>
            <a:endParaRPr/>
          </a:p>
        </p:txBody>
      </p:sp>
      <p:sp>
        <p:nvSpPr>
          <p:cNvPr id="315" name="Google Shape;31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Real-time GS Mapping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 Aria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40055" y="2172453"/>
            <a:ext cx="786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95959"/>
                </a:solidFill>
              </a:rPr>
              <a:t>Efficient online learning of Gaussian maps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11480" y="306324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Sangwon Park, Dong Hwi Kim, Chaehyeon Song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RPM Lab, Seoul National University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Internship Presentation  ·  September 18,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Gaussian Splatting?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365700" y="1025557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Build a renderable scene that can be refined with new observations.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 source: supplied reference deck, slide 3. Kerbl et al., 3D Gaussian Splatting, SIGGRAPH 2023.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365760" y="1536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Point cloud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343400" y="1536192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Gaussian representation / rendering</a:t>
            </a:r>
            <a:endParaRPr/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105276"/>
            <a:ext cx="3383280" cy="159588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3904487" y="2779776"/>
            <a:ext cx="34747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5304" y="1920240"/>
            <a:ext cx="3495039" cy="19659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"/>
          <p:cNvSpPr txBox="1"/>
          <p:nvPr/>
        </p:nvSpPr>
        <p:spPr>
          <a:xfrm>
            <a:off x="411480" y="4352544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7136B"/>
                </a:solidFill>
              </a:rPr>
              <a:t>Photorealistic views + an updatable scene representation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Real-time Mapping?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65710" y="1040767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robot or AR user needs a useful map </a:t>
            </a:r>
            <a:r>
              <a:rPr lang="en-US" sz="1700">
                <a:solidFill>
                  <a:srgbClr val="595959"/>
                </a:solidFill>
              </a:rPr>
              <a:t>while observations are still arriving.</a:t>
            </a:r>
            <a:endParaRPr sz="1700">
              <a:solidFill>
                <a:srgbClr val="595959"/>
              </a:solidFill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256032" y="4791456"/>
            <a:ext cx="82752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 credit: Meta / Tom’s Guide (2025), as credited in the supplied reference deck. MIT CSAIL. MIT, August 2022. https://www.csail.mit.edu/sites/default/files/styles/primary_image/public/2022-08/LIS-PR2_1.png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713888"/>
            <a:ext cx="3337560" cy="1875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02920" y="368503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Observe the environment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3977639" y="2532888"/>
            <a:ext cx="43891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663440" y="36850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Build and use the map now</a:t>
            </a:r>
            <a:endParaRPr/>
          </a:p>
        </p:txBody>
      </p:sp>
      <p:cxnSp>
        <p:nvCxnSpPr>
          <p:cNvPr id="122" name="Google Shape;122;p3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 txBox="1"/>
          <p:nvPr/>
        </p:nvSpPr>
        <p:spPr>
          <a:xfrm>
            <a:off x="411480" y="4352544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17136B"/>
                </a:solidFill>
              </a:rPr>
              <a:t>Map quality matters when it becomes available.</a:t>
            </a:r>
            <a:endParaRPr sz="1700">
              <a:solidFill>
                <a:srgbClr val="17136B"/>
              </a:solidFill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7148" y="1703063"/>
            <a:ext cx="3450232" cy="1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Mapping under Limited Compute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365710" y="998480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Online mapping has limited time to learn from growing observations.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Conceptual allocation only; block widths are not measured timings.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411480" y="161848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Incoming frames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874519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947672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70662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2779776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53872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3611880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370831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443983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202936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276088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035040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108192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86714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940296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769924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7772400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cxnSp>
        <p:nvCxnSpPr>
          <p:cNvPr id="152" name="Google Shape;152;p4"/>
          <p:cNvCxnSpPr/>
          <p:nvPr/>
        </p:nvCxnSpPr>
        <p:spPr>
          <a:xfrm>
            <a:off x="1865376" y="2148840"/>
            <a:ext cx="6775704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 txBox="1"/>
          <p:nvPr/>
        </p:nvSpPr>
        <p:spPr>
          <a:xfrm>
            <a:off x="6766560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time →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411480" y="267919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Shared GPU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(schematic)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1874519" y="2679192"/>
            <a:ext cx="914400" cy="59436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947722" y="2876318"/>
            <a:ext cx="76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</a:t>
            </a:r>
            <a:r>
              <a:rPr lang="en-US" sz="1300">
                <a:solidFill>
                  <a:srgbClr val="FFFFFF"/>
                </a:solidFill>
              </a:rPr>
              <a:t>king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2788920" y="2679192"/>
            <a:ext cx="1078992" cy="594360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2819547" y="2876318"/>
            <a:ext cx="932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4069080" y="2679192"/>
            <a:ext cx="1243500" cy="59430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4178707" y="2876331"/>
            <a:ext cx="109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312664" y="2679192"/>
            <a:ext cx="749808" cy="594360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5326376" y="2876325"/>
            <a:ext cx="722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n-US" sz="1300">
                <a:solidFill>
                  <a:srgbClr val="17136B"/>
                </a:solidFill>
              </a:rPr>
              <a:t>ping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6263640" y="2679192"/>
            <a:ext cx="749808" cy="59436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277351" y="2876325"/>
            <a:ext cx="722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7013448" y="2679192"/>
            <a:ext cx="1243584" cy="594360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7086538" y="2876318"/>
            <a:ext cx="109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874519" y="3566160"/>
            <a:ext cx="676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595959"/>
                </a:solidFill>
              </a:rPr>
              <a:t>How should we spend the available mapping updates?</a:t>
            </a:r>
            <a:endParaRPr sz="1700">
              <a:solidFill>
                <a:srgbClr val="595959"/>
              </a:solidFill>
            </a:endParaRPr>
          </a:p>
        </p:txBody>
      </p:sp>
      <p:cxnSp>
        <p:nvCxnSpPr>
          <p:cNvPr id="168" name="Google Shape;168;p4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 txBox="1"/>
          <p:nvPr/>
        </p:nvSpPr>
        <p:spPr>
          <a:xfrm>
            <a:off x="411480" y="4352544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1700">
                <a:solidFill>
                  <a:srgbClr val="17136B"/>
                </a:solidFill>
              </a:rPr>
              <a:t>effective</a:t>
            </a: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 observations within available computation.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Makes Online Mapping Difficult?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365710" y="1000305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New observations compete for updates; appearance alone cannot ensure geometry.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411480" y="15544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Under-optimized appearance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Incorrect geometry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502920" y="363931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Too little useful supervision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4846320" y="363931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Opacity in observed free space</a:t>
            </a:r>
            <a:endParaRPr/>
          </a:p>
        </p:txBody>
      </p:sp>
      <p:cxnSp>
        <p:nvCxnSpPr>
          <p:cNvPr id="183" name="Google Shape;183;p5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How quickly can a newly observed region become reliable?</a:t>
            </a:r>
            <a:endParaRPr/>
          </a:p>
        </p:txBody>
      </p:sp>
      <p:pic>
        <p:nvPicPr>
          <p:cNvPr id="185" name="Google Shape;18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25" y="1958424"/>
            <a:ext cx="2823832" cy="173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1250" y="1889838"/>
            <a:ext cx="2829389" cy="17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Should We Add More Views?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365760" y="850392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595959"/>
                </a:solidFill>
              </a:rPr>
              <a:t>More views add information, but leave fewer updates for each view.</a:t>
            </a:r>
            <a:endParaRPr sz="1700">
              <a:solidFill>
                <a:srgbClr val="595959"/>
              </a:solidFill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§3.1  Optimization-Guided View Growth. Schematic; growth is capped by available observations.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411480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keyframes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331720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2404872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008376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3081528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3685031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3758183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361688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4434840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038344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5111496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715000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5788152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391655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6464807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7068312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141464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744967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7818119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2331720" y="2185416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Intermediate RGB frames also carry mapping information.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94360" y="2706624"/>
            <a:ext cx="2331720" cy="566928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667512" y="2743200"/>
            <a:ext cx="218541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Completed updates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172968" y="2898648"/>
            <a:ext cx="43891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840480" y="2706624"/>
            <a:ext cx="2011680" cy="566928"/>
          </a:xfrm>
          <a:prstGeom prst="rect">
            <a:avLst/>
          </a:prstGeom>
          <a:solidFill>
            <a:srgbClr val="FAEE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913632" y="2743200"/>
            <a:ext cx="18653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Add a new view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117336" y="2898648"/>
            <a:ext cx="43891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757416" y="2706624"/>
            <a:ext cx="1792224" cy="566928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6830568" y="2743200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Training pool</a:t>
            </a:r>
            <a:endParaRPr/>
          </a:p>
        </p:txBody>
      </p:sp>
      <p:pic>
        <p:nvPicPr>
          <p:cNvPr descr="image.png" id="225" name="Google Shape;2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139" y="3447288"/>
            <a:ext cx="242572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 txBox="1"/>
          <p:nvPr/>
        </p:nvSpPr>
        <p:spPr>
          <a:xfrm>
            <a:off x="502920" y="3977639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N: training-pool size     S: completed GPU mapping updates     κ: updates per added view</a:t>
            </a:r>
            <a:endParaRPr/>
          </a:p>
        </p:txBody>
      </p:sp>
      <p:cxnSp>
        <p:nvCxnSpPr>
          <p:cNvPr id="227" name="Google Shape;227;p6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411480" y="4352544"/>
            <a:ext cx="8321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17136B"/>
                </a:solidFill>
              </a:rPr>
              <a:t>Grow the training pool with completed optimization.</a:t>
            </a:r>
            <a:endParaRPr sz="1700">
              <a:solidFill>
                <a:srgbClr val="17136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Views Should We Optimize?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365710" y="970892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595959"/>
                </a:solidFill>
              </a:rPr>
              <a:t>Balance learning opportunities while preserving sampling diversity</a:t>
            </a:r>
            <a:endParaRPr sz="1700">
              <a:solidFill>
                <a:srgbClr val="595959"/>
              </a:solidFill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§3.2  ERCB — one-step formulation. Normalization by candidate count N; illustrative counts.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457200" y="149961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Uneven optimization exposure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96112" y="1956815"/>
            <a:ext cx="420624" cy="7132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781352" y="2760525"/>
            <a:ext cx="65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</a:rPr>
              <a:t>frame 1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655064" y="2121408"/>
            <a:ext cx="420624" cy="54864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1527401" y="2760513"/>
            <a:ext cx="59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</a:rPr>
              <a:t>frame 2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414015" y="2395728"/>
            <a:ext cx="420624" cy="274320"/>
          </a:xfrm>
          <a:prstGeom prst="rect">
            <a:avLst/>
          </a:prstGeom>
          <a:solidFill>
            <a:srgbClr val="D78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2334726" y="2760525"/>
            <a:ext cx="65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</a:rPr>
              <a:t>frame 3</a:t>
            </a:r>
            <a:endParaRPr sz="1200">
              <a:solidFill>
                <a:srgbClr val="595959"/>
              </a:solidFill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172968" y="2532888"/>
            <a:ext cx="420624" cy="137160"/>
          </a:xfrm>
          <a:prstGeom prst="rect">
            <a:avLst/>
          </a:prstGeom>
          <a:solidFill>
            <a:srgbClr val="D78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3058238" y="2760525"/>
            <a:ext cx="65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</a:rPr>
              <a:t>frame 4</a:t>
            </a:r>
            <a:endParaRPr sz="1200">
              <a:solidFill>
                <a:srgbClr val="595959"/>
              </a:solidFill>
            </a:endParaRPr>
          </a:p>
        </p:txBody>
      </p:sp>
      <p:cxnSp>
        <p:nvCxnSpPr>
          <p:cNvPr id="248" name="Google Shape;248;p7"/>
          <p:cNvCxnSpPr/>
          <p:nvPr/>
        </p:nvCxnSpPr>
        <p:spPr>
          <a:xfrm>
            <a:off x="640080" y="2670048"/>
            <a:ext cx="3182111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7"/>
          <p:cNvSpPr/>
          <p:nvPr/>
        </p:nvSpPr>
        <p:spPr>
          <a:xfrm>
            <a:off x="4197096" y="2212848"/>
            <a:ext cx="47548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892040" y="149961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Count-aware randomized selection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138928" y="1993392"/>
            <a:ext cx="576000" cy="466200"/>
          </a:xfrm>
          <a:prstGeom prst="rect">
            <a:avLst/>
          </a:prstGeom>
          <a:solidFill>
            <a:srgbClr val="FAEE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5212080" y="2093763"/>
            <a:ext cx="42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78039"/>
                </a:solidFill>
              </a:rPr>
              <a:t>4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5961888" y="1993392"/>
            <a:ext cx="576072" cy="466344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6035040" y="2093763"/>
            <a:ext cx="42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136B"/>
                </a:solidFill>
              </a:rPr>
              <a:t>2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784848" y="1993392"/>
            <a:ext cx="576072" cy="466344"/>
          </a:xfrm>
          <a:prstGeom prst="rect">
            <a:avLst/>
          </a:prstGeom>
          <a:solidFill>
            <a:srgbClr val="FAEE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6858000" y="2093763"/>
            <a:ext cx="42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78039"/>
                </a:solidFill>
              </a:rPr>
              <a:t>3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607808" y="1993392"/>
            <a:ext cx="576072" cy="466344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7680960" y="2079587"/>
            <a:ext cx="42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136B"/>
                </a:solidFill>
              </a:rPr>
              <a:t>1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4800600" y="2569464"/>
            <a:ext cx="39776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Less-trained views + diverse sampling</a:t>
            </a:r>
            <a:endParaRPr/>
          </a:p>
        </p:txBody>
      </p:sp>
      <p:cxnSp>
        <p:nvCxnSpPr>
          <p:cNvPr id="260" name="Google Shape;260;p7"/>
          <p:cNvCxnSpPr/>
          <p:nvPr/>
        </p:nvCxnSpPr>
        <p:spPr>
          <a:xfrm>
            <a:off x="365760" y="3035808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7"/>
          <p:cNvSpPr txBox="1"/>
          <p:nvPr/>
        </p:nvSpPr>
        <p:spPr>
          <a:xfrm>
            <a:off x="438912" y="321868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Normalized variance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+ entropy</a:t>
            </a:r>
            <a:endParaRPr/>
          </a:p>
        </p:txBody>
      </p:sp>
      <p:pic>
        <p:nvPicPr>
          <p:cNvPr descr="image.png" id="262" name="Google Shape;2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3600" y="3244175"/>
            <a:ext cx="3182127" cy="36953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438912" y="3831336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Softmax solution</a:t>
            </a:r>
            <a:endParaRPr/>
          </a:p>
        </p:txBody>
      </p:sp>
      <p:pic>
        <p:nvPicPr>
          <p:cNvPr descr="image.png" id="264" name="Google Shape;2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300" y="3707900"/>
            <a:ext cx="2968533" cy="54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2598" y="4327399"/>
            <a:ext cx="2143448" cy="39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/>
        </p:nvSpPr>
        <p:spPr>
          <a:xfrm>
            <a:off x="4617720" y="439826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nᵢ: selection count    H: sampling entropy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182876" y="2147863"/>
            <a:ext cx="594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95959"/>
                </a:solidFill>
              </a:rPr>
              <a:t>Update Counts</a:t>
            </a:r>
            <a:endParaRPr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Keeping Observed Free Space Empty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365760" y="850392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</a:rPr>
              <a:t>RGB alignment</a:t>
            </a: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can still hide an incorrect 3D structure.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Carve concept from the current manuscript. Schematic; integrated geometry results remain to be validated.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856231" y="1993392"/>
            <a:ext cx="4133087" cy="1581912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1920240" y="1600200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Observed free space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57200" y="2496312"/>
            <a:ext cx="1078992" cy="566928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530352" y="2532888"/>
            <a:ext cx="9326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1545336" y="2779776"/>
            <a:ext cx="6501384" cy="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8"/>
          <p:cNvSpPr/>
          <p:nvPr/>
        </p:nvSpPr>
        <p:spPr>
          <a:xfrm>
            <a:off x="6016752" y="1947672"/>
            <a:ext cx="109728" cy="169164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5632704" y="3685032"/>
            <a:ext cx="941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Observed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surface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383280" y="2542032"/>
            <a:ext cx="658368" cy="484632"/>
          </a:xfrm>
          <a:prstGeom prst="ellipse">
            <a:avLst/>
          </a:prstGeom>
          <a:solidFill>
            <a:srgbClr val="EFC49E"/>
          </a:solidFill>
          <a:ln cap="flat" cmpd="sng" w="12700">
            <a:solidFill>
              <a:srgbClr val="D780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2898648" y="31546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Reduce opacity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6601968" y="2002536"/>
            <a:ext cx="187451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Unobserved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6556248" y="3127248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free-space claim</a:t>
            </a:r>
            <a:endParaRPr/>
          </a:p>
        </p:txBody>
      </p:sp>
      <p:cxnSp>
        <p:nvCxnSpPr>
          <p:cNvPr id="289" name="Google Shape;289;p8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8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Use causal depth evidence to suppress premature opacity.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 txBox="1"/>
          <p:nvPr/>
        </p:nvSpPr>
        <p:spPr>
          <a:xfrm>
            <a:off x="365760" y="850392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View </a:t>
            </a:r>
            <a:r>
              <a:rPr lang="en-US" sz="1700">
                <a:solidFill>
                  <a:srgbClr val="595959"/>
                </a:solidFill>
              </a:rPr>
              <a:t>scheduling</a:t>
            </a: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lang="en-US" sz="1700">
                <a:solidFill>
                  <a:srgbClr val="595959"/>
                </a:solidFill>
              </a:rPr>
              <a:t> geometry</a:t>
            </a: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1700">
                <a:solidFill>
                  <a:srgbClr val="595959"/>
                </a:solidFill>
              </a:rPr>
              <a:t>improved</a:t>
            </a: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182880" y="68580"/>
            <a:ext cx="87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Progress &amp; Evaluation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381000" y="1428750"/>
            <a:ext cx="2619300" cy="2190900"/>
          </a:xfrm>
          <a:prstGeom prst="roundRect">
            <a:avLst>
              <a:gd fmla="val 347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3262313" y="1428750"/>
            <a:ext cx="2619300" cy="2190900"/>
          </a:xfrm>
          <a:prstGeom prst="roundRect">
            <a:avLst>
              <a:gd fmla="val 347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6143625" y="1428750"/>
            <a:ext cx="2619300" cy="2190900"/>
          </a:xfrm>
          <a:prstGeom prst="roundRect">
            <a:avLst>
              <a:gd fmla="val 3478" name="adj"/>
            </a:avLst>
          </a:prstGeom>
          <a:solidFill>
            <a:srgbClr val="F9FAFB"/>
          </a:solidFill>
          <a:ln cap="flat" cmpd="sng" w="14300">
            <a:solidFill>
              <a:srgbClr val="171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81000" y="3905250"/>
            <a:ext cx="8382000" cy="514500"/>
          </a:xfrm>
          <a:prstGeom prst="roundRect">
            <a:avLst>
              <a:gd fmla="val 11111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381000" y="1571625"/>
            <a:ext cx="2619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1" sz="1500">
              <a:solidFill>
                <a:srgbClr val="1713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3262313" y="1571625"/>
            <a:ext cx="2619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Ours</a:t>
            </a:r>
            <a:endParaRPr b="1" sz="1500">
              <a:solidFill>
                <a:srgbClr val="1713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380975" y="4113150"/>
            <a:ext cx="8382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matched-budget appearance + geometry evaluation</a:t>
            </a:r>
            <a:endParaRPr b="1" sz="1300">
              <a:solidFill>
                <a:srgbClr val="1713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6143625" y="1571625"/>
            <a:ext cx="2619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Quantitative Metrics</a:t>
            </a:r>
            <a:endParaRPr b="1" sz="1500">
              <a:solidFill>
                <a:srgbClr val="D780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256032" y="4791456"/>
            <a:ext cx="82752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Ongoing work: evaluate appearance, free-space consistency, and surface completeness together.</a:t>
            </a:r>
            <a:endParaRPr/>
          </a:p>
        </p:txBody>
      </p:sp>
      <p:pic>
        <p:nvPicPr>
          <p:cNvPr id="308" name="Google Shape;308;p9"/>
          <p:cNvPicPr preferRelativeResize="0"/>
          <p:nvPr/>
        </p:nvPicPr>
        <p:blipFill rotWithShape="1">
          <a:blip r:embed="rId3">
            <a:alphaModFix/>
          </a:blip>
          <a:srcRect b="70" l="0" r="0" t="70"/>
          <a:stretch/>
        </p:blipFill>
        <p:spPr>
          <a:xfrm>
            <a:off x="6286500" y="2133600"/>
            <a:ext cx="23337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8622792" y="4791456"/>
            <a:ext cx="274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pic>
        <p:nvPicPr>
          <p:cNvPr id="310" name="Google Shape;310;p9"/>
          <p:cNvPicPr preferRelativeResize="0"/>
          <p:nvPr/>
        </p:nvPicPr>
        <p:blipFill rotWithShape="1">
          <a:blip r:embed="rId4">
            <a:alphaModFix/>
          </a:blip>
          <a:srcRect b="0" l="100" r="110" t="0"/>
          <a:stretch/>
        </p:blipFill>
        <p:spPr>
          <a:xfrm>
            <a:off x="476250" y="2000250"/>
            <a:ext cx="2428800" cy="11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9"/>
          <p:cNvPicPr preferRelativeResize="0"/>
          <p:nvPr/>
        </p:nvPicPr>
        <p:blipFill rotWithShape="1">
          <a:blip r:embed="rId5">
            <a:alphaModFix/>
          </a:blip>
          <a:srcRect b="0" l="100" r="110" t="0"/>
          <a:stretch/>
        </p:blipFill>
        <p:spPr>
          <a:xfrm>
            <a:off x="3357563" y="2000250"/>
            <a:ext cx="2428800" cy="11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Takeaway &amp; Next Step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548690" y="1230933"/>
            <a:ext cx="804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7136B"/>
                </a:solidFill>
              </a:rPr>
              <a:t>Build better maps through efficient online optimization.</a:t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502920" y="222199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502920" y="2779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When to add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411480" y="33192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Pace view growth</a:t>
            </a:r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3429000" y="222199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3429000" y="2779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What to optimize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3337560" y="33192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Balance exposure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6355080" y="222199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6355080" y="2779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Where to constrain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6263640" y="33192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free-space evidence</a:t>
            </a:r>
            <a:endParaRPr/>
          </a:p>
        </p:txBody>
      </p:sp>
      <p:cxnSp>
        <p:nvCxnSpPr>
          <p:cNvPr id="330" name="Google Shape;330;p10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0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Next: validate appearance and geometry gains at the native input rate.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Sangwon Park, Dong Hwi Kim, Chaehyeon Song</dc:creator>
</cp:coreProperties>
</file>