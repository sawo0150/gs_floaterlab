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00:00–00:10 | Title. Presenter: Chaehyeon Song. Research with Dong Hwi Kim. No speech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00:10–00:40 | Representation → photorealism → fast rendering. Reference images are illustrative, not our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00:40–01:05 | Aria is the sensing platform; do not imply on-device computation. Map image slot is a real project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01:05–01:35 | Single shared compute resource; sequential input; no future views. Timing drawing is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01:35–02:00 | Two distinct failure modes. Add actual crops; do not treat a conceptual image as experimental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02:00–02:35 | More views provide evidence but dilute updates. Growth follows completed mapping updates. No hardware-invariance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02:35–03:10 | Intuition only. Latest intro uses temporal-group correction; method draft also contains per-view derivation. No equality or convergence guarantee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03:10–03:45 | One-sided Carve intuition: suppress opacity before a depth-supported surface; leave unobserved space unconstrained. Carve/Hit choice still under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03:45–04:35 | Fill comparison and metric before presentation. No invented numbers. Report dataset, GPU, budget, held-out split, repeats, tail policy. Identify personal contribution after confirming division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04:35–05:00 | Recap research direction, not an unverified success claim. Hold conclusion for final five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11111"/>
                </a:solidFill>
                <a:latin typeface="Arial"/>
              </a:rPr>
              <a:t>Real-time GS Mapping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11111"/>
                </a:solidFill>
                <a:latin typeface="Arial"/>
              </a:rPr>
              <a:t>on 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852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Building useful maps under limited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95959"/>
                </a:solidFill>
                <a:latin typeface="Arial"/>
              </a:rPr>
              <a:t>Chaehyeon Song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Arial"/>
              </a:rPr>
              <a:t>With Dong Hwi Kim  |  RPM Lab, Seoul National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Internship Presentation  ·  September 18, 2026</a:t>
            </a:r>
          </a:p>
        </p:txBody>
      </p:sp>
    </p:spTree>
  </p:cSld>
  <p:clrMapOvr>
    <a:masterClrMapping/>
  </p:clrMapOvr>
  <p:transition advClick="1" advTm="10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Why Gaussian Splatting?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Represent a scene with colored, semi-transparent 3D Gaussians.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Image source: supplied reference deck, slide 3. Kerbl et al., 3D Gaussian Splatting, SIGGRAPH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Point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3619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Gaussian representation / rendering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5276"/>
            <a:ext cx="3383280" cy="1595886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904487" y="2779776"/>
            <a:ext cx="34747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304" y="1920240"/>
            <a:ext cx="3495039" cy="196596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Photorealistic appearance + fast rendering</a:t>
            </a:r>
          </a:p>
        </p:txBody>
      </p:sp>
    </p:spTree>
  </p:cSld>
  <p:clrMapOvr>
    <a:masterClrMapping/>
  </p:clrMapOvr>
  <p:transition advClick="1" advTm="30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Why Real-time Mapping?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A robot or AR user needs a useful map while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Image credit: Meta / Tom’s Guide (2025), as credited in the supplied reference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13888"/>
            <a:ext cx="3337560" cy="18757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8503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Arial"/>
              </a:rPr>
              <a:t>Observe the environment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532888"/>
            <a:ext cx="438912" cy="20116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AGE_PLACEHOLDER_online_map"/>
          <p:cNvSpPr/>
          <p:nvPr/>
        </p:nvSpPr>
        <p:spPr>
          <a:xfrm>
            <a:off x="4617720" y="1664208"/>
            <a:ext cx="4069080" cy="1938528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496312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ONLINE MAP / DEMO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85032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5959"/>
                </a:solidFill>
                <a:latin typeface="Arial"/>
              </a:rPr>
              <a:t>Build and use the map now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Fast rendering does not guarantee fast map convergence.</a:t>
            </a:r>
          </a:p>
        </p:txBody>
      </p:sp>
    </p:spTree>
  </p:cSld>
  <p:clrMapOvr>
    <a:masterClrMapping/>
  </p:clrMapOvr>
  <p:transition advClick="1" advTm="25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Mapping under Limited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Tracking and mapping share a finite online compute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Conceptual allocation only; block widths are not measured timings.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184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Incoming 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872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1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2936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6714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296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655064"/>
            <a:ext cx="448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65376" y="2148840"/>
            <a:ext cx="6775704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66560" y="2212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time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679192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Shared GPU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(schematic)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679192"/>
            <a:ext cx="914400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7672" y="2715768"/>
            <a:ext cx="768096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679192"/>
            <a:ext cx="107899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2715768"/>
            <a:ext cx="93268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2679192"/>
            <a:ext cx="1243584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2232" y="2715768"/>
            <a:ext cx="1097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2664" y="2679192"/>
            <a:ext cx="749808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85816" y="2715768"/>
            <a:ext cx="603503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79192"/>
            <a:ext cx="749808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715768"/>
            <a:ext cx="603503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3448" y="2679192"/>
            <a:ext cx="1243584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715768"/>
            <a:ext cx="109728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36B"/>
                </a:solidFill>
                <a:latin typeface="Arial"/>
              </a:rPr>
              <a:t>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3566160"/>
            <a:ext cx="6766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More mapping views compete for the same updates.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Use available observations within available computation.</a:t>
            </a:r>
          </a:p>
        </p:txBody>
      </p:sp>
    </p:spTree>
  </p:cSld>
  <p:clrMapOvr>
    <a:masterClrMapping/>
  </p:clrMapOvr>
  <p:transition advClick="1" advTm="30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What Makes Online Mapping Difficult?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Two requirements: convincing appearance and reliable geometry.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Under-optimized appearance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Incorrect geometry</a:t>
            </a:r>
          </a:p>
        </p:txBody>
      </p:sp>
      <p:sp>
        <p:nvSpPr>
          <p:cNvPr id="8" name="IMAGE_PLACEHOLDER_underoptimized_crop"/>
          <p:cNvSpPr/>
          <p:nvPr/>
        </p:nvSpPr>
        <p:spPr>
          <a:xfrm>
            <a:off x="502920" y="2002536"/>
            <a:ext cx="3749039" cy="1508760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19756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RECENT REGION / BLURRY RENDER</a:t>
            </a:r>
          </a:p>
        </p:txBody>
      </p:sp>
      <p:sp>
        <p:nvSpPr>
          <p:cNvPr id="10" name="IMAGE_PLACEHOLDER_floater_crop"/>
          <p:cNvSpPr/>
          <p:nvPr/>
        </p:nvSpPr>
        <p:spPr>
          <a:xfrm>
            <a:off x="4846320" y="2002536"/>
            <a:ext cx="3749039" cy="1508760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619756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FLOATER CLOSE-UP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Too little useful supervision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3931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Opacity in observed free space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How quickly can a newly observed region become reliable?</a:t>
            </a:r>
          </a:p>
        </p:txBody>
      </p:sp>
    </p:spTree>
  </p:cSld>
  <p:clrMapOvr>
    <a:masterClrMapping/>
  </p:clrMapOvr>
  <p:transition advClick="1" advTm="25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When Should We Add More Views?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Use frames between keyframes, paced by completed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Method: Optimization-Guided View Growth. Diagram is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Tracking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keyframes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700784"/>
            <a:ext cx="484632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8376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5031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3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4" y="1700784"/>
            <a:ext cx="484632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1655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8312" y="1700784"/>
            <a:ext cx="484632" cy="594360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RGB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4967" y="1700784"/>
            <a:ext cx="484632" cy="59436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1737360"/>
            <a:ext cx="3383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KF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2468880"/>
            <a:ext cx="5897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Intermediate RGB frames also carry mapping information.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136392"/>
            <a:ext cx="2331720" cy="65836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172968"/>
            <a:ext cx="2185415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Completed updates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172968" y="3355848"/>
            <a:ext cx="43891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3136392"/>
            <a:ext cx="2011680" cy="658368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3172968"/>
            <a:ext cx="1865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78039"/>
                </a:solidFill>
                <a:latin typeface="Arial"/>
              </a:rPr>
              <a:t>Add a new view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17336" y="3355848"/>
            <a:ext cx="438912" cy="1828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7416" y="3136392"/>
            <a:ext cx="1792224" cy="65836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3172968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Training set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Grow supervision at the pace of optimization.</a:t>
            </a:r>
          </a:p>
        </p:txBody>
      </p:sp>
    </p:spTree>
  </p:cSld>
  <p:clrMapOvr>
    <a:masterClrMapping/>
  </p:clrMapOvr>
  <p:transition advClick="1" advTm="35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Which Views Should We Optimize?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Give under-trained observations more opportunities, while mixing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ERCB: Entropy-Regularized Count Balancing. Illustrative counts, not experimental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Uneven optimization exposure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286000"/>
            <a:ext cx="420624" cy="118872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5064" y="2560320"/>
            <a:ext cx="420624" cy="91440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15" y="3017520"/>
            <a:ext cx="420624" cy="457200"/>
          </a:xfrm>
          <a:prstGeom prst="rect">
            <a:avLst/>
          </a:prstGeom>
          <a:solidFill>
            <a:srgbClr val="D78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8296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3246120"/>
            <a:ext cx="420624" cy="228600"/>
          </a:xfrm>
          <a:prstGeom prst="rect">
            <a:avLst/>
          </a:prstGeom>
          <a:solidFill>
            <a:srgbClr val="D78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3547872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74720"/>
            <a:ext cx="3182111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858768"/>
            <a:ext cx="3200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Arial"/>
              </a:rPr>
              <a:t>Observed temporal groups (schematic)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97096" y="2651760"/>
            <a:ext cx="475488" cy="2286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1627632"/>
            <a:ext cx="35387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Count-aware randomized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2468880"/>
            <a:ext cx="576072" cy="576072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78039"/>
                </a:solidFill>
                <a:latin typeface="Arial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468880"/>
            <a:ext cx="576072" cy="57607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36B"/>
                </a:solidFill>
                <a:latin typeface="Arial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2468880"/>
            <a:ext cx="576072" cy="576072"/>
          </a:xfrm>
          <a:prstGeom prst="rect">
            <a:avLst/>
          </a:prstGeom>
          <a:solidFill>
            <a:srgbClr val="FA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78039"/>
                </a:solidFill>
                <a:latin typeface="Arial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7808" y="2468880"/>
            <a:ext cx="576072" cy="576072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2505456"/>
            <a:ext cx="429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36B"/>
                </a:solidFill>
                <a:latin typeface="Arial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291840"/>
            <a:ext cx="35935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Correct severe deficits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Preserve sampling diversity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Balance learning opportunities without fixing a rigid order.</a:t>
            </a:r>
          </a:p>
        </p:txBody>
      </p:sp>
    </p:spTree>
  </p:cSld>
  <p:clrMapOvr>
    <a:masterClrMapping/>
  </p:clrMapOvr>
  <p:transition advClick="1" advTm="35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Keeping Observed Free Space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A good color match can still hide an incorrect 3D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Carve concept from the current manuscript. Schematic; integrated geometry results remain to be validated.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6231" y="1993392"/>
            <a:ext cx="4133087" cy="1581912"/>
          </a:xfrm>
          <a:prstGeom prst="rect">
            <a:avLst/>
          </a:prstGeom>
          <a:solidFill>
            <a:srgbClr val="F4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Observed free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1078992" cy="566928"/>
          </a:xfrm>
          <a:prstGeom prst="rect">
            <a:avLst/>
          </a:prstGeom>
          <a:solidFill>
            <a:srgbClr val="EE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532888"/>
            <a:ext cx="9326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36B"/>
                </a:solidFill>
                <a:latin typeface="Arial"/>
              </a:rPr>
              <a:t>Camera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45336" y="2779776"/>
            <a:ext cx="6501384" cy="0"/>
          </a:xfrm>
          <a:prstGeom prst="line">
            <a:avLst/>
          </a:prstGeom>
          <a:ln w="2540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16752" y="1947672"/>
            <a:ext cx="109728" cy="169164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3685032"/>
            <a:ext cx="94183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Observed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surface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542032"/>
            <a:ext cx="658368" cy="484632"/>
          </a:xfrm>
          <a:prstGeom prst="ellipse">
            <a:avLst/>
          </a:prstGeom>
          <a:solidFill>
            <a:srgbClr val="EFC49E"/>
          </a:solidFill>
          <a:ln w="12700">
            <a:solidFill>
              <a:srgbClr val="D78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31546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78039"/>
                </a:solidFill>
                <a:latin typeface="Arial"/>
              </a:rPr>
              <a:t>Reduce opacity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02536"/>
            <a:ext cx="18745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Unobserved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5959"/>
                </a:solidFill>
                <a:latin typeface="Arial"/>
              </a:rPr>
              <a:t>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127248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No free-space claim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Use causal depth evidence to suppress premature opacity.</a:t>
            </a:r>
          </a:p>
        </p:txBody>
      </p:sp>
    </p:spTree>
  </p:cSld>
  <p:clrMapOvr>
    <a:masterClrMapping/>
  </p:clrMapOvr>
  <p:transition advClick="1" advTm="35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Current Progress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95959"/>
                </a:solidFill>
                <a:latin typeface="Arial"/>
              </a:rPr>
              <a:t>View growth and scheduling are implemented; joint validation is ongoing.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95959"/>
                </a:solidFill>
                <a:latin typeface="Arial"/>
              </a:rPr>
              <a:t>Ongoing work: evaluate appearance, free-space consistency, and surface completeness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45336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45336"/>
            <a:ext cx="39319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Proposed setting</a:t>
            </a:r>
          </a:p>
        </p:txBody>
      </p:sp>
      <p:sp>
        <p:nvSpPr>
          <p:cNvPr id="9" name="IMAGE_PLACEHOLDER_result_baseline"/>
          <p:cNvSpPr/>
          <p:nvPr/>
        </p:nvSpPr>
        <p:spPr>
          <a:xfrm>
            <a:off x="502920" y="1947672"/>
            <a:ext cx="3749039" cy="1581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146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MATCHED VIEW / BASELINE</a:t>
            </a:r>
          </a:p>
        </p:txBody>
      </p:sp>
      <p:sp>
        <p:nvSpPr>
          <p:cNvPr id="11" name="IMAGE_PLACEHOLDER_result_proposed"/>
          <p:cNvSpPr/>
          <p:nvPr/>
        </p:nvSpPr>
        <p:spPr>
          <a:xfrm>
            <a:off x="4846320" y="1947672"/>
            <a:ext cx="3749039" cy="1581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601468"/>
            <a:ext cx="35661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MATCHED VIEW / PROPOSED</a:t>
            </a:r>
          </a:p>
        </p:txBody>
      </p:sp>
      <p:sp>
        <p:nvSpPr>
          <p:cNvPr id="13" name="IMAGE_PLACEHOLDER_result_metric"/>
          <p:cNvSpPr/>
          <p:nvPr/>
        </p:nvSpPr>
        <p:spPr>
          <a:xfrm>
            <a:off x="502920" y="3730752"/>
            <a:ext cx="8092440" cy="438912"/>
          </a:xfrm>
          <a:prstGeom prst="rect">
            <a:avLst/>
          </a:prstGeom>
          <a:solidFill>
            <a:srgbClr val="FCFCFE"/>
          </a:solidFill>
          <a:ln w="12700">
            <a:solidFill>
              <a:srgbClr val="D4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7909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2AD"/>
                </a:solidFill>
                <a:latin typeface="Arial"/>
              </a:rPr>
              <a:t>KEY METRIC / EVALUATION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8092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36B"/>
                </a:solidFill>
                <a:latin typeface="Arial"/>
              </a:rPr>
              <a:t>Next: matched-budget appearance + geometry evaluation</a:t>
            </a:r>
          </a:p>
        </p:txBody>
      </p:sp>
    </p:spTree>
  </p:cSld>
  <p:clrMapOvr>
    <a:masterClrMapping/>
  </p:clrMapOvr>
  <p:transition advClick="1" advTm="50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Takeaway &amp;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36B"/>
                </a:solidFill>
                <a:latin typeface="Arial"/>
              </a:rPr>
              <a:t>Make each unit of online computation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7136B"/>
                </a:solidFill>
                <a:latin typeface="Arial"/>
              </a:rPr>
              <a:t>produce a more useful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When to 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Pace view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What to 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Balance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21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78039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7977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36B"/>
                </a:solidFill>
                <a:latin typeface="Arial"/>
              </a:rPr>
              <a:t>Where to constrain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31927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Use free-space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251960"/>
            <a:ext cx="8412480" cy="0"/>
          </a:xfrm>
          <a:prstGeom prst="line">
            <a:avLst/>
          </a:prstGeom>
          <a:ln w="19050">
            <a:solidFill>
              <a:srgbClr val="D4D6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36B"/>
                </a:solidFill>
                <a:latin typeface="Arial"/>
              </a:rPr>
              <a:t>Next: validate appearance and geometry gains at the native input rate.</a:t>
            </a:r>
          </a:p>
        </p:txBody>
      </p:sp>
    </p:spTree>
  </p:cSld>
  <p:clrMapOvr>
    <a:masterClrMapping/>
  </p:clrMapOvr>
  <p:transition advClick="1" advTm="25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GS Mapping on Aria</dc:title>
  <dc:subject>Five-minute internship presentation, 2026-09-18</dc:subject>
  <dc:creator>Chaehyeon Song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