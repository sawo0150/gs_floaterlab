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B454"/>
                </a:solidFill>
                <a:latin typeface="Noto Sans CJK KR"/>
              </a:rPr>
              <a:t>EXP63 · GS_FLOATERLAB · 방향 설정 브리핑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E8ECF4"/>
                </a:solidFill>
                <a:latin typeface="Noto Sans CJK KR"/>
              </a:rPr>
              <a:t>예산 경쟁 구조와 다음 4방향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B95AB"/>
                </a:solidFill>
                <a:latin typeface="Noto Sans CJK KR"/>
              </a:rPr>
              <a:t>tracking·PGBA·map()·background_polish가 하나의 GPU를 어떻게 나눠 쓰는가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8B95AB"/>
                </a:solidFill>
                <a:latin typeface="Noto Sans CJK KR"/>
              </a:rPr>
              <a:t>— 왜 같은 파라미터가 어떤 장면은 살리고 어떤 장면은 죽이는가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B95AB"/>
                </a:solidFill>
                <a:latin typeface="Noto Sans CJK KR"/>
              </a:rPr>
              <a:t>exp63 축A2 12F 회귀 발견 · 계측 인프라 현황 · 다음 실험 로드맵 · 2026-08-12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WHY THIS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지금까지 봐온 패턴 — 결과만 알고 원인은 몰랐다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지금까지 방식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파라미터를 바꾸고 → dB가 오르내리는 걸 보고 → "이게 좋은가 보다"로 채택/기각. 축A2(thresh 2.6·iters1=2)가 정확히 이렇게 채택됐다 — 305에서 +7.0dB 보고 좋다고 판단, 근데 12F는 한 번도 검증 안 하고 방치했다가 나중에 -4.8dB 회귀를 발견했다.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11094415" cy="146304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이번에 요구되는 방식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각 함수(motion_filter/frontend/PGBA/map()/background_polish)가 실제로 몇 번 도는지, 1회당 몇 ms인지, 그 시간이 어떤 파라미터에 어떻게 스케일되는지를 먼저 재고, 그 지식으로 "왜 이 장면은 오르고 저 장면은 내렸는지"를 설명할 수 있어야 다음 파라미터를 결정한다.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두 스레드가 하나의 GPU를 나눠 쓰는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hread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421" y="1280160"/>
            <a:ext cx="7294852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2356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B"/>
                </a:solidFill>
                <a:latin typeface="Noto Sans CJK KR"/>
              </a:rPr>
              <a:t>tracking 스레드(motion_filter→frontend→PGBA)는 동기·고정 반복(iters1)으로 돈다 — 시간 예산 캡이 코드 어디에도 없다. gs_worker 스레드(map()/background_polish)는 큐가 빌 때만 polish를 시도하는 idle-gated 구조라, tracking이 바빠질수록 polish 몫이 일방적으로 줄어든다. 이 비대칭이 오늘 발견한 회귀의 근본 구조다.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EVIDENCE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같은 파라미터, 정반대 결과 — 실측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a2_scene_f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83" y="1280160"/>
            <a:ext cx="6197127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2578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5FD68A"/>
                </a:solidFill>
                <a:latin typeface="Noto Sans CJK KR"/>
              </a:rPr>
              <a:t>+7.00 dB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305 (원래 부족)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52578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F6A5C"/>
                </a:solidFill>
                <a:latin typeface="Noto Sans CJK KR"/>
              </a:rPr>
              <a:t>-4.84 dB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12F (원래 충분)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52578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FFB454"/>
                </a:solidFill>
                <a:latin typeface="Noto Sans CJK KR"/>
              </a:rPr>
              <a:t>12F 미검증 방치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검증 상태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EVIDENCE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12F: 왜 떨어졌나 — background_polish가 굶었다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polish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4632" y="1280160"/>
            <a:ext cx="6242429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B"/>
                </a:solidFill>
                <a:latin typeface="Noto Sans CJK KR"/>
              </a:rPr>
              <a:t>A2가 keyframe을 298→352개로 촘촘히 뽑으면서 tracking/mapping이 더 오래 바빠졌고, 그만큼 background_polish가 돌 idle 시간이 사라졌다(6,586→772 step, -88%). 12F는 원래(sparse 설정) 이미 keyframe 밀도가 충분한 장면(58.7개/프레임, 305는 29.7개/프레임)이라 — 촘촘하게 뽑는 "이득"은 거의 없이 "polish 손해"만 봤다.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THE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같은 다이얼, 장면마다 반대로 작용하는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radeoff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359" y="1280160"/>
            <a:ext cx="6400976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57800"/>
            <a:ext cx="11094415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B"/>
                </a:solidFill>
                <a:latin typeface="Noto Sans CJK KR"/>
              </a:rPr>
              <a:t>※ 개념도 — 12F의 "이득 0"은 정밀 분해가 아니라 관측된 순효과(-4.84dB)를 설명하는 단순화된 예시다. 실제 이득/손해를 분리해서 재려면 아래 계측 정비가 선행돼야 한다. 핵심은 "keyframe 밀도"라는 하나의 다이얼이 두 개의 서로 다른 효과(커버리지 개선 vs polish 굶주림)를 동시에 만든다는 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INSTRUMENTATION ·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있는 계측 vs 없는 계측 — 빈 구멍은 메웠다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instru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182" y="1280160"/>
            <a:ext cx="7031330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9496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FD68A"/>
                </a:solidFill>
                <a:latin typeface="Noto Sans CJK KR"/>
              </a:rPr>
              <a:t>`VIGS_TIMING_LOG`는 이미 있었지만 이번 세션 내내 한 번도 안 켠 상태였다 — 지금 켜서 4개 런(12F pre-A2/A2, 305 A2, 12F A2 재검증)을 재분석했다. 유일한 빈 구멍이었던 `background_polish_step` 내부에도 `_Sect` 패턴으로 계측을 추가(`gs_backend.py:1607,2099` 근처, n_gauss/scope/batch_size 컨텍스트 포함)해서 이제 완전히 커버된다.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MEASURED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실측 결과 ① — frontend가 진짜 지배적이다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frontend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452" y="1280160"/>
            <a:ext cx="5968790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2578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F6A5C"/>
                </a:solidFill>
                <a:latin typeface="Noto Sans CJK KR"/>
              </a:rPr>
              <a:t>73.4%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12F A2 frontend 비중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52578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FFB454"/>
                </a:solidFill>
                <a:latin typeface="Noto Sans CJK KR"/>
              </a:rPr>
              <a:t>×2.17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iters1 1→2 배율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52578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8B95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8B95AB"/>
                </a:solidFill>
                <a:latin typeface="Noto Sans CJK KR"/>
              </a:rPr>
              <a:t>1.2~1.7%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gs_mapping(디스패치) 비중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MEASURED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실측 결과 ② — polish는 "느려진 게" 아니라 "기회가 없었다"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polish_opport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308" y="1280160"/>
            <a:ext cx="6333078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5780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핵심 확인: call당 비용(3.9~6.4ms)은 gaussian 수(40k~150k)에 걸쳐 거의 고정 — 미세한 n_gauss 의존성은 있지만(약 1.5배 범위) 기회 횟수 차이(13배)에 비하면 훨씬 작다. 즉 exp카드에 남겼던 "772 step이 idle 부족 때문인지 step 자체가 느려서인지" 질문의 답은 확정적으로 idle 부족 쪽이다.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MEASURED ·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실측 결과 ③ — map() 자체는 두 씬 모두 같은 구성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map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673" y="1280160"/>
            <a:ext cx="6538347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25780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8B95AB"/>
                </a:solidFill>
                <a:latin typeface="Noto Sans CJK KR"/>
              </a:rPr>
              <a:t>loss_compute+backward가 두 씬 모두 ~90%로 지배적, rasterize는 ~7~8%뿐 — map() 자체의 내부 구성은 씬에 따라 거의 안 변한다. 즉 12F가 나빠진 원인은 map() 내부가 아니라 map()이 dispatch되기 전 단계(frontend가 얼마나 자주·오래 도는가)에 있다는 게 다시 확인된다.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MEASURED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실측 결과 ④ — 예산을 33% 늘리면 회귀가 거의 회복된다 (역-U자형)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scal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178" y="1280160"/>
            <a:ext cx="6741337" cy="3794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52578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5FD68A"/>
                </a:solidFill>
                <a:latin typeface="Noto Sans CJK KR"/>
              </a:rPr>
              <a:t>+4.26 dB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scale 1.5→2.0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5257800"/>
            <a:ext cx="356616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EF6A5C"/>
                </a:solidFill>
                <a:latin typeface="Noto Sans CJK KR"/>
              </a:rPr>
              <a:t>-2.13 dB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scale 2.0→3.0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525780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1A1F2B"/>
          </a:solidFill>
          <a:ln w="15875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sz="2200" b="1">
                <a:solidFill>
                  <a:srgbClr val="FFB454"/>
                </a:solidFill>
                <a:latin typeface="Noto Sans CJK KR"/>
              </a:rPr>
              <a:t>10,000 캡 도달</a:t>
            </a:r>
          </a:p>
          <a:p>
            <a:pPr algn="ctr"/>
            <a:r>
              <a:rPr sz="1050">
                <a:solidFill>
                  <a:srgbClr val="8B95AB"/>
                </a:solidFill>
                <a:latin typeface="Noto Sans CJK KR"/>
              </a:rPr>
              <a:t>polish 3.0 상태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MEASURED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실측 결과 ⑤ — polish 횟수가 "계단식"으로 보였던 진짜 이유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gap_quan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378" y="1280160"/>
            <a:ext cx="7016937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49240"/>
            <a:ext cx="1109441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8B95AB"/>
                </a:solidFill>
                <a:latin typeface="Noto Sans CJK KR"/>
              </a:rPr>
              <a:t>gs_worker_dispatch/background_polish_call에 epoch 타임스탬프를 추가해 디스패치 사이 gap을 직접 재구성했다. 총 polish 횟수는 각 gap 길이를 step당 비용(4~6ms)으로 나눈 정수 몫의 합 — gap의 43~57%는 아예 1개도 못 낄 만큼 짧아 "부드러운 비례"가 아니라 본질적으로 계단식이다. scale이 커질수록 긴 gap(최대 526→1582→2478ms)이 늘어나며 총량이 늘지만, 3.0의 역행은 이 메커니즘만으론 설명 안 됨 — 좁은 후보 풀(stride-5 rgb_dense) 과적합 가설 필요(미검증).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FOUR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다음에 정해야 할 4가지 — 전부 같은 문제의 다른 얼굴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FF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FFB454"/>
                </a:solidFill>
                <a:latin typeface="Noto Sans CJK KR"/>
              </a:rPr>
              <a:t>① FREEZE 기준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389888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`mapping_freeze_after_frac` 고정 비율(0.6140)은 1253/305 튜닝값일 뿐 원리적 근거 없음 — 12F 회귀가 직접 반례. coverage/densify-rate/loss-plateau 중 robust한 기준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4C8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4C86EA"/>
                </a:solidFill>
                <a:latin typeface="Noto Sans CJK KR"/>
              </a:rPr>
              <a:t>② CARVE LOSS 이식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350008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배치에서 검증된 방법론(exp44d2, 33.8dB)을 density/pruning 결정에 이식. 단, 12F 재튜닝 전이라 3장면 다 27dB 안정화 전 — CLAUDE.md 순서 제약과 맞물림.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3756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EF6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EF6A5C"/>
                </a:solidFill>
                <a:latin typeface="Noto Sans CJK KR"/>
              </a:rPr>
              <a:t>③ 예산 robust화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310128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tracking에 시간 캡을 걸 것인가, polish에 최소 하한을 보장할 것인가 — 1253+305+12F 세 장면 교차검증 필수(A2가 두 장면만 보고 실패한 패턴 반복 금지).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B48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B48CF0"/>
                </a:solidFill>
                <a:latin typeface="Noto Sans CJK KR"/>
              </a:rPr>
              <a:t>④ FREEZE 스케줄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270248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①과 본질적으로 같은 문제. iteration/frame count가 아닌 기준(coverage 신호 등)으로 대체 — 지금 죽어있는 `transmittance` 계산이 후보 재료.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ECF4"/>
                </a:solidFill>
                <a:latin typeface="Noto Sans CJK KR"/>
              </a:rPr>
              <a:t>①④(freeze 기준)와 ③(예산 배분)은 사실 하나의 문제 — "제한된 실시간 예산을 구조 생성과 정제에 어떻게 나누는가". ②(carve)는 그 정제 단계의 품질을 결정한다.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ROADMAP ·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계획했던 4단계 중 어디까지 왔나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nex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4490" y="1371600"/>
            <a:ext cx="6182713" cy="2651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429768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5FD68A"/>
                </a:solidFill>
                <a:latin typeface="Noto Sans CJK KR"/>
              </a:rPr>
              <a:t>STEP 1 완료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4270248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A2 전/후 × 12F/305 4개 조합을 `VIGS_TIMING_LOG` 켜서 재실행·재분석 완료 — frontend 73.4%/64.0%, polish 5,683/822/9,866회 등 실측 확보.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82803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5FD68A"/>
                </a:solidFill>
                <a:latin typeface="Noto Sans CJK KR"/>
              </a:rPr>
              <a:t>STEP 2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800600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`background_polish_step`에 `_Sect` 계측 추가 완료 — call당 3.9~6.4ms, n_gauss 의존성 약함(주 원인 아님) 확정.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58384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8B95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8B95AB"/>
                </a:solidFill>
                <a:latin typeface="Noto Sans CJK KR"/>
              </a:rPr>
              <a:t>STEP 3 보류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5330952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시간축 병합 타임라인 재구성 — 이번엔 phase별 총합/스케일링으로 핵심 질문에 이미 답이 나와서 우선순위 낮춤. `get_lock()` 경합의 직접 증거는 아직 없음.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88873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A1F2B"/>
          </a:solidFill>
          <a:ln w="12700">
            <a:solidFill>
              <a:srgbClr val="5F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50" b="1">
                <a:solidFill>
                  <a:srgbClr val="5FD68A"/>
                </a:solidFill>
                <a:latin typeface="Noto Sans CJK KR"/>
              </a:rPr>
              <a:t>STEP 4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5861304"/>
            <a:ext cx="931133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8ECF4"/>
                </a:solidFill>
                <a:latin typeface="Noto Sans CJK KR"/>
              </a:rPr>
              <a:t>파라미터 스윕 — iters1 1↔2 한 쌍(×2.17) + `replay_time_scale` 1.5/2.0/3.0 3점 스윕(23.84/28.10/25.97dB, 역-U자형) 확보. gap 기반 양자화 메커니즘도 규명 완료. 3.0 역행의 근본원인(과적합 가설)만 미검증으로 남음.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5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B454"/>
                </a:solidFill>
                <a:latin typeface="Noto Sans CJK KR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ECF4"/>
                </a:solidFill>
                <a:latin typeface="Noto Sans CJK KR"/>
              </a:rPr>
              <a:t>이번 조사로 확정된 것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1094415" cy="25400"/>
          </a:xfrm>
          <a:prstGeom prst="rect">
            <a:avLst/>
          </a:prstGeom>
          <a:solidFill>
            <a:srgbClr val="2A3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확정된 것 (실측 완료)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① frontend가 프레임 단계 시간의 64~73%로 압도적 지배 — 12F는 305보다 절대시간 2배. ② background_polish는 "느려진 게" 아니라 "기회가 없었다"(call당 비용 거의 고정, 기회 횟수만 13배 차이) — exp카드 미해결 질문 해소. ③ map() 내부 구성(loss/backward ~90%)은 두 씬 모두 동일 — 문제는 map() 안이 아니라 그 앞 단계에 있다. ④ 예산을 33% 늘리면(scale 1.5→2.0) 12F 회귀가 거의 회복된다(+4.26dB) — 예산 부족이 인과관계임을 직접 실험으로 확인. ⑤ polish 횟수의 "계단식" 양상은 gap÷step비용의 정수 몫 합이라는 구조적 필연 — 신비가 아니라 산수.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35808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아직 안 밝혀진 것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iters1 1→2가 왜 정확히 2.17배인지(keyframe 수 증가와 순수 iters 효과가 섞여있어 분리 안 됨) — 3장면 동시 통제 스윕이 필요. `get_lock()` GPU 경합이 실측 병목인지도 직접 증거는 아직 없음(현재는 순차 phase 합산 기준). scale 3.0의 역행(28.10→25.97dB, polish는 오히려 최대인데도 하락)은 좁은 후보 풀 과적합 가설뿐 — held-out 분리 재검증 필요.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08576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1A1F2B"/>
          </a:solidFill>
          <a:ln w="9525">
            <a:solidFill>
              <a:srgbClr val="2A32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350" b="1">
                <a:solidFill>
                  <a:srgbClr val="E8ECF4"/>
                </a:solidFill>
                <a:latin typeface="Noto Sans CJK KR"/>
              </a:rPr>
              <a:t>4방향에 대한 함의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>
                <a:solidFill>
                  <a:srgbClr val="8B95AB"/>
                </a:solidFill>
                <a:latin typeface="Noto Sans CJK KR"/>
              </a:rPr>
              <a:t>①④(freeze 기준)와 ③(예산 robust화) 설계는 이제 "frontend를 줄이거나 polish에 최소 몫을 직접 보장" 둘 중 하나로 좁혀졌다 — 감이 아니라 실측 근거로. scale 스윕은 ③이 실제로 유효한 레버임을 증명했지만, 무작정 늘리는 게 답이 아니라(3.0 역행) "적정 하한 보장" 설계가 필요함도 같이 보여줬다. ②(carve)는 여전히 12F 재튜닝 이후로 순서 유지.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