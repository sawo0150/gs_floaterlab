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"3대 벤치마크 = 학습시간 / PSNR / floater 개수"를 여기서 선언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"왜 photometric loss만으로는 안 지워질까?" 질문 던지고 다음 슬라이드로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 문제의식 자체는 지금도 유효하다 — 문제는 구현이었다"로 다음 슬라이드 예고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SuperSplat 라벨링 화면 캡처도 한 컷. "사람이 지운 것"이 곧 시각적 유해 판정이라는 점 강조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"학습 없이 분석만으로 기각" — 빠른 가설 기각 방법론 강조. RGB 2.23×는 뒤의 '잔차 흡수' 발견(슬라이드 12)의 복선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기술 핵심 1페이지 — 시간 들여 설명. "plateau가 버리던 raw 거리 신호(0.93)를 증거비와 결합해 0.98로"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"누르고(1), 자르고(2), 안 낳게 하고(3), 끌어당긴다(4)" 한 줄 요약. detach 위치(score는 상수 취급) 질문 대비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"노이즈 자 없이 A/B 없다" — 이 원칙이 뒤의 대반전(슬라이드 23)에서 진가를 발휘한다고 복선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재미 포인트: 38a는 먼지 최저급이지만 PSNR -0.3dB(과압), N 13만으로 수축 — "세게 누르면 빨래도 준다"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"설계(왜 되는가)와 결과(된다)가 서로 설명하는 상태"가 이 트랙의 종착점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담백하게: "지표를 고쳐야 공정한 실험이 가능했다" — 과장 없이 체계 소개 중심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여기서부터 "init 전쟁" 시작을 예고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"init 재료 3종(depth/PPM/RoMA) × 후처리 3종(필터/스냅/착색)의 조합 탐색"이라고 구조화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"각 행이 가설 하나" — 조합 폭발을 가설 사다리로 통제했음을 강조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"사용자 제안 3종(EDGS·Instant-GI·depth-mono)이 전부 적중해 각자 다른 축을 담당"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"기각도 성과 — 전부 사전 기준으로 판정" (연구 위생). dynamic carve의 강등은 다음 장 복선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"판정 기준을 실험 전에 못 박았다"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"실패가 났다 — 이제 원인 규명 파트"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체계적 배제 과정 자체가 보여줄 가치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"SLAM이 '자'가 되고 depth가 '살'이 된다" — 희소한 정확함 × 조밀한 부정확함의 결합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"앵커 커버리지만 고치면 다른 방에서도 재현된다" — 교차 장면 관문 통과 선언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발표의 백미 — 실패 가설을 숨기지 않고 추적 과정으로. 슬라이드 9의 "노이즈 자" 복선 회수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"4/4 장면 정답 — 단 n=4의 예비 규칙, 새 장면마다 재검증" 정직하게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부정적 결과(학습 통합 무효과)를 통찰("탐지≠제거")로 전환하는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"손실 하나로 시작해 파이프라인으로 끝났다"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"12F만 유독 안 되는 이유 = fog가 두 anchor의 공통 뿌리를 굶긴다"가 이 슬라이드의 킥. rot(회전 궤적)은 이 표의 커버리지가 아니라 '시차 부족'이라는 또 다른 축 — 백업 B10 참조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"12F 좋은 init 실험은 '고치기'가 아니라 (a)/(b) '병명 확정'" — 다음 슬라이드로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"①은 지금 돌릴 수 있고, 4·5가 근본 과제 — carve의 다음 정체성" 상세 카드 = `context/experiments/exp46_basin_reframe_plan.md`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유도: "여러분이라면 탐지≠제거 간극을 어떻게 뚫겠습니까"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Noto Sans CJK KR"/>
              </a:rPr>
              <a:t>Aria Glass 실시간 3DGS에서 Floater 제거하기</a:t>
            </a:r>
          </a:p>
          <a:p>
            <a:r>
              <a:rPr sz="1800" b="0">
                <a:solidFill>
                  <a:srgbClr val="BBCCEE"/>
                </a:solidFill>
                <a:latin typeface="Noto Sans CJK KR"/>
              </a:rPr>
              <a:t>3D Carve Loss · 평가 지표 재정비 · Init 엔지니어링 · 교차 장면 일반화 · 전자동 파이프라인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§0. 도입 (슬라이드 1–3)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 — 배경: 무엇을 만들고 있나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파이프라인 전체 그림: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Aria Glass(스마트글래스) 카메라 스트림 → OpenMAVIS(ORB-SLAM) → 카메라 pose + 희소 지도 → 3D Gaussian Splatting 학습 → 방의 3D 복원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목표: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분 단위 turnaround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로 geometry 좋은 실내 3D 복원 (실시간 경로라 MPS 후처리 불가 → ORB 트랙이 본선, MPS는 오프라인 참조선)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실험 무대: 301동 1253호(주 무대) + 이후 305호, 12층 로비, 회전 궤적 데이터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5059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파이프라인 블록 다이어그램 (VRS → EuRoC → SLAM → 3DGS), Aria 기기 사진, 1253호 복원 전경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3 — 문제: Floater란 무엇인가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정의: 학습 결과에 생기는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허공에 떠 있는 반투명/불투명 gaussian 찌꺼기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시점을 움직이면 유령처럼 떠다녀 체감 품질을 크게 해침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두 집단 프레임(기존 발견): Pop1 = SLAM init outlier(해결됨) /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Pop2 = densification이 만들어내는 floater(이번 연구의 표적)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01368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floater 확대 렌더 3컷(허공 먼지/가시 blob)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§1. 문제의식과 기존 접근 (슬라이드 4–6)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4 — 문제의식: 왜 3D 손실이 필요하다고 생각했나 (+ Plateau Loss 소개)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Photometric loss의 구조적 사각지대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26464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photometric loss는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렌더된 픽셀에 기여하는 gaussian에만 gradient를 전달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→ 카메라에서 안 보이거나 드물게 보이는 gaussian은 신호 자체가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ray 분포가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Z 높이별·위치별로 극단적으로 불균등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(많이 훑는 곳 vs 거의 안 훑는 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depth loss도 3차원 정보를 주긴 하지만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역시 ray 기반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— 같은 사각지대 공유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5117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3차원 공간에 균등하게 신호를 주는 손실이 있어야 기하를 골고루 잡을 수 있다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는 가설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최적화 관점의 문제의식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4"/>
            <a:ext cx="1091153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floater는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local minima에 갇히는 경향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+ 일반 신경망 파라미터와 달리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gaussian 하나의 차원은 매우 작음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→ 저차원에서는 saddle point보다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local minima가 지배적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→ photometric gradient만으로는 탈출이 어려움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loss landscape를 내려가기 쉽게 smoothing할 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2511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⇒ 결론: 3D로 손실을 구현해 (1) 공간 균등 gradient, (2) smoothing으로 local minima 탈출 경로를 만들자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001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Plateau Loss = 이 문제의식의 1차 구현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각 gaussian에 대해 가장 가까운 anchor(SLAM/depth 표면점)까지의 정규화 거리 D를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49824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표면 근처 반경 tau 안쪽은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평탄(plateau, gradient 0)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— 표면 점을 건드리지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2472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plateau 바깥은 D에 비례한 페널티 → 허공 점을 표면 쪽으로 견인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9963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변형들: 구형/타원형(ellipsoidal) plateau, 적응형 tau(anchor 밀도 따라 확대), DepthPro anchor 결합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4 — 문제의식: 왜 3D 손실이 필요하다고 생각했나 (+ Plateau Loss 소개)  (계속)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5855" cy="73152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① ray 커버리지 히트맵(높이별 ray 밀도 불균등 — </a:t>
            </a:r>
            <a:r>
              <a:rPr sz="1100" b="0">
                <a:solidFill>
                  <a:srgbClr val="8A5A00"/>
                </a:solidFill>
                <a:latin typeface="Noto Sans Mono CJK KR"/>
              </a:rPr>
              <a:t>check_plateau_vs_raydensity.py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 산출물 재활용) ② 1D loss landscape 만화: 뾰족한 local minima vs smoothing 후 ③ plateau 함수 모양 그래프(평탄 구간 + 선형 증가)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4 — 문제의식: 왜 3D 손실이 필요하다고 생각했나 (+ Plateau Loss 소개)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40831"/>
            <a:ext cx="5455767" cy="3507856"/>
          </a:xfrm>
          <a:prstGeom prst="rect">
            <a:avLst/>
          </a:prstGeom>
        </p:spPr>
      </p:pic>
      <p:pic>
        <p:nvPicPr>
          <p:cNvPr id="5" name="Picture 4" descr="fig_ray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518180"/>
            <a:ext cx="5455767" cy="4553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5 — 자산: 직접 라벨링한 2,817개 floater와 '삭제 영역'의 확장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사용자가 SuperSplat으로 1253호 학습 결과에서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floater 2,817개를 직접 선택·삭제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이 라벨이 이후 모든 검증의 GT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라벨의 성질: opacity 중앙값 0.044의 '한계 생존자'들 (min_opacity prune 문턱 0.01 바로 위에서 버티는 반투명 먼지)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점 라벨 → 3D 삭제 영역으로 확장 (사면체 채움법)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76272"/>
            <a:ext cx="11185855" cy="73152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① 라벨 floater만 렌더링한 ply (원본 위에 빨강 하이라이트) ② 사면체 확장 단계별 3D 시각화 (라벨 점 → 사면체 → 기각된 사면체(표면 포함) 회색 → 채택 영역 voxel) ③ 확장 완료된 영역 ply를 방 전경 위에 반투명 오버레이 — </a:t>
            </a:r>
            <a:r>
              <a:rPr sz="1100" b="1">
                <a:solidFill>
                  <a:srgbClr val="8A5A00"/>
                </a:solidFill>
                <a:latin typeface="Noto Sans CJK KR"/>
              </a:rPr>
              <a:t>제작 필요: 라벨 ply와 region_mask.npz에서 시각화 렌더 생성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5 — 자산: 직접 라벨링한 2,817개 floater와 '삭제 영역'의 확장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label_high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47" y="1234440"/>
            <a:ext cx="5402112" cy="5120639"/>
          </a:xfrm>
          <a:prstGeom prst="rect">
            <a:avLst/>
          </a:prstGeom>
        </p:spPr>
      </p:pic>
      <p:pic>
        <p:nvPicPr>
          <p:cNvPr id="5" name="Picture 4" descr="fig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844367"/>
            <a:ext cx="5455767" cy="39007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6 — Plateau의 사망 선고: 학습 없이 분석만으로 기각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질문: "plateau loss로 저 2,817개를 지울 수 있나?"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분석만으로 불가능 판정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verify_plateau_capability.py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4중 구조적 실패: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① floater의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66%가 plateau '안'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에 있어 gradient=0 (적응형 tau가 허공까지 확장됨 — 실측 telemetry로 교차검증)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② 정규화 거리 D의 floater 판별력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AUC 0.511 = 무작위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③ raw 유클리드 거리는 AUC 0.93 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신호는 있는데 적응형 tau가 판별력을 파괴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④ λ 크기는 애초에 문제가 아니었음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5117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진짜 floater들의 성질 (계보 사후 정량, exp32)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1091153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사용자가 시각적으로 인지해 지운 2,817개는 표면 대비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Plateau gradient를 절반 수준(0.58×)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으로 적게 받으며 허공(outlier)으로 삐져나갔고,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RGB gradient는 2.23배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나 많이 받으며 오차가 집중됐음에도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소멸하지 않고 버티는 끈질긴 성질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75304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대부분(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69.0%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)이 densification 종료 직전(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3k–7k step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)에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split 분할을 7회 이상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겪으며 발생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상위 극소수 seed point(5061, 3571 등)가 split 연쇄로 대량 유발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— "먼지가 먼지를 낳는"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2511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교훈: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신호는 존재한다. 손실이 그 신호를 버리고 있었고, floater는 RGB gradient의 비호를 받는다.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700016"/>
            <a:ext cx="11185855" cy="73152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① "floater가 plateau 안에 있는" 단면도 ② AUC 막대(D 0.511 vs raw 0.93) ③ gradient 비대칭 막대(plateau 0.58× vs RGB 2.23×) ④ 출생 타임라인 히스토그램(3k–7k 집중) + seed 계보 트리(5061 증식도)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6 — Plateau의 사망 선고: 학습 없이 분석만으로 기각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uc_plate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50041"/>
            <a:ext cx="5455767" cy="4089437"/>
          </a:xfrm>
          <a:prstGeom prst="rect">
            <a:avLst/>
          </a:prstGeom>
        </p:spPr>
      </p:pic>
      <p:pic>
        <p:nvPicPr>
          <p:cNvPr id="5" name="Picture 4" descr="fig_grad_asy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599146"/>
            <a:ext cx="5455767" cy="43912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§2. Carve Loss: 설계 (슬라이드 7–8)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7 — Carve Loss의 핵심 아이디어: 빈 공간의 증거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직관: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카메라가 SLAM 점을 봤다면, 그 사이 공간은 비어 있어야 한다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(ray casting → free-space carving) — ray가 안 닿는 곳이 아니라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ray가 '통과했다'는 적극적 증거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를 쓰므로 photometric 사각지대와 무관하게 3D 전역에 정의됨 (슬라이드 4 문제의식의 2차 구현)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Field 구성 (학습 시작 시 1회, CPU):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카메라→SLAM점 ray를 6cm 간격으로 행진시키며 voxel(10cm)에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transit(통과) 증거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적립, 종점 ±20cm에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terminal(표면) 증거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적립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ρ(x) = transit / (transit + 3·terminal) — "이 voxel이 빈 공간일 증거비" (3×3×3 smoothing — 문제의식의 'smoothing' 요구 반영)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25496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Score 구성: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w(x) = ρ(x) · min(d5_SLAM/0.25m, 1)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(증거비 × anchor 거리)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champion score sᵢ = w(xᵢ)·(1−maxop_5cm)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(주변 5cm에 불투명 이웃이 있으면 보호)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수동 라벨 판별력: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AUC 0.974~0.98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(plateau 0.511 대비) / 학습 중 갱신 0.38초, 추가 입력 불필요(SLAM+카메라)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49624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ray casting 개념도(카메라→점, 통과 voxel 초록/표면 voxel 빨강), score 히트맵 단면(방 수평 슬라이스), AUC 비교 막대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7 — Carve Loss의 핵심 아이디어: 빈 공간의 증거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rho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632" y="1234440"/>
            <a:ext cx="4698430" cy="51206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8 — 손실로 만들기: 4개 구성요소 (수식 상세)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① Soft opacity 압력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score가 높은(빈 공간에 있는) 점의 opacity를 지그시 누름: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5855" cy="621792"/>
          </a:xfrm>
          <a:prstGeom prst="rect">
            <a:avLst/>
          </a:prstGeom>
          <a:solidFill>
            <a:srgbClr val="F2F3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/>
            <a:r>
              <a:rPr sz="900">
                <a:solidFill>
                  <a:srgbClr val="222222"/>
                </a:solidFill>
                <a:latin typeface="Noto Sans Mono CJK KR"/>
              </a:rPr>
              <a:t>  L_soft = λ_soft · mean_{i: sᵢ &gt; s_min} ( sᵢ · σ(oᵢ) )        [sᵢ는 detach — gradient는 opacity로만]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champion: λ_soft = 0.02, s_min = 0.5 (softlite)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② 예산 상한부 Budget Prune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시각 기여량으로 부수 피해를 회계 관리하며 삭제: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78024"/>
            <a:ext cx="11185855" cy="841247"/>
          </a:xfrm>
          <a:prstGeom prst="rect">
            <a:avLst/>
          </a:prstGeom>
          <a:solidFill>
            <a:srgbClr val="F2F3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/>
            <a:r>
              <a:rPr sz="900">
                <a:solidFill>
                  <a:srgbClr val="222222"/>
                </a:solidFill>
                <a:latin typeface="Noto Sans Mono CJK KR"/>
              </a:rPr>
              <a:t>  contribᵢ = oᵢ · (s₂·s₃)ᵢ · visᵢ            [불투명도 × 단면적(중간·최대축) × 관측수]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score 내림차순 정렬 → 누적 contrib ≤ budget 까지 top-K 삭제 (단 sᵢ &gt; 0.3만)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champion: cycle당 0.05%, 총 상한 0.75% (1k iter마다, 7k 이후)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74135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③ Birth Gate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densify 직후 신생아 검문: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11185855" cy="402336"/>
          </a:xfrm>
          <a:prstGeom prst="rect">
            <a:avLst/>
          </a:prstGeom>
          <a:solidFill>
            <a:srgbClr val="F2F3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/>
            <a:r>
              <a:rPr sz="900">
                <a:solidFill>
                  <a:srgbClr val="222222"/>
                </a:solidFill>
                <a:latin typeface="Noto Sans Mono CJK KR"/>
              </a:rPr>
              <a:t>  kill = (birth_step == 지금 iter) &amp; (sᵢ &gt; 0.95)     [허공 출생 91% 차단 — split의 29.5%가 허공 출생]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06239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④ Carve-potential Force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3D 위치를 직접 견인하는 항 (문제의식의 '3D 균등 gradient' 직접 구현):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81143"/>
            <a:ext cx="11185855" cy="1060704"/>
          </a:xfrm>
          <a:prstGeom prst="rect">
            <a:avLst/>
          </a:prstGeom>
          <a:solidFill>
            <a:srgbClr val="F2F3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/>
            <a:r>
              <a:rPr sz="900">
                <a:solidFill>
                  <a:srgbClr val="222222"/>
                </a:solidFill>
                <a:latin typeface="Noto Sans Mono CJK KR"/>
              </a:rPr>
              <a:t>  attractor = {terminal 증거 &gt; 1 voxel} ∪ {가시 gaussian(op&gt;0.3) 점유 voxel}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φ(x) = EDT(¬attractor) · 0.1m                      [빈 공간→가장 가까운 표면까지 거리장]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L_force = λ_force · mean_{i: sᵢ &gt; 0.5} ( sᵢ · φ(xᵢ) )   [φ는 trilinear 보간 — gradient가 xyz로]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champion: λ_force = 0.05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8 — 손실로 만들기: 4개 구성요소 (수식 상세)  (계속)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911535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Plateau에서의 진화 — attractor(anchor)를 늘렸다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plateau의 견인 목표는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희소 SLAM anchor 점뿐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(7천 개) → anchor가 없는 천장·텍스처리스 표면에서는 점을 엉뚱한 먼 anchor로 끌어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RGB 손실이 컸음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. carve force는 attractor를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terminal 증거 voxel ∪ 이미 재구성된 가시 gaussian 점유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로 확장 — '표면'의 정의를 "anchor 점"에서 "표면이라는 증거가 있는 모든 곳"으로 넓혀, 어디서든 가장 가까운 진짜 표면으로 짧게 견인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gradient 프로브 근거: floater는 강한 핀이 아니라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진동 평형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(gradient coherence 0.257) 위에 앉아 있음 → 약한 '일관' 편향이면 이탈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5000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4요소의 분업: gate(출생 차단) → soft(성장 억제) → force(위치 견인) → prune(정리). 전부 같은 score 하나에서 파생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2491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각 수식 박스 4개 + 타임라인(iter 0—1k—7k—30k 위에 각 요소 활성 구간), φ 거리장 단면 히트맵, plateau attractor(점 몇 개) vs carve attractor(면 전체) 비교 그림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§3. 검증 트랙: 성분 분해 7련전 (슬라이드 9–11)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9 — 실험 설계: 성분 분해 매트릭스와 사전 등록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학습이 회당 ~10분임을 확인 → 연속 7 run으로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성분별 기여를 분해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하는 매트릭스 설계: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11185855" cy="2596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exp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soft (λ/s_min)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prune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gate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force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노림수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exp38a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0.05 / 0.3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원안 (full soft)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exp38b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soft 떼면?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exp38c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0.02 / 0.5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softlite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exp30r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baseline 재현 (노이즈 자 측정)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0.05 / 0.3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MPS 트랙 전이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exp40a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 λ0.05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3D force 단독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exp40b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0.02 / 0.5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 λ0.05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softlite+force 결합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07822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사전 등록: 판정 기준(PSNR 유지 + region 먼지 감소)을 실행 전에 못 박음. baseline 재현 run을 포함시켜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run-to-run 노이즈 자(±0.33dB)를 함께 실측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27448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위 표 그대로 + 사전등록 기준 박스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10 — 결과: exp40b 챔피언 (ORB 트랙 성적표)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2596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run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PSNR@30k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region_n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carve가시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exp30 (기준)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32.906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3,477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238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884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147,620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exp30r (재현)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32.579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3,749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860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148,512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exp38a (full soft)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32.266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559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27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134,554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exp38b (soft 없음)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32.663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1,744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905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147,117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exp38c (softlite)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32.557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946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140,959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exp40a (force 단독)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32.667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1,309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148,818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exp40b (챔피언)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32.576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498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142,905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70332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exp40b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PSNR이 baseline 재현과 동일(32.576 vs 32.579 =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무손실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), region 먼지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-86%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carve 가시 먼지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-99% (860→12)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7822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성분 분해 판독: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soft가 가시 먼지의 주역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(38b vs 38a/c에서 확인),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force는 무비용 추가 억제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(38b→40a: region -25%·가시 -45%), 결합(40b)이 각각보다 우수 = 시너지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27448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위 표 + 렌더 A/B(exp30r vs exp40b — 사용자 육안 검수: "진짜 없어진 게 체감된다"), 성분 기여 워터폴 차트(baseline→+gate/prune→+force→+softlite 단계별 먼지 감소)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10 — 결과: exp40b 챔피언 (ORB 트랙 성적표)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9551"/>
            <a:ext cx="5455767" cy="3370417"/>
          </a:xfrm>
          <a:prstGeom prst="rect">
            <a:avLst/>
          </a:prstGeom>
        </p:spPr>
      </p:pic>
      <p:pic>
        <p:nvPicPr>
          <p:cNvPr id="5" name="Picture 4" descr="fig_ab_r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731" y="1234440"/>
            <a:ext cx="25603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11 — 재현성·전이·메커니즘 증거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챔피언 재현(exp40br)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PSNR 32.448(Δ0.13 — 노이즈 내), region 462/가시 25 (1차 498/28)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먼지 억제 고재현성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. 정직한 판독: 챔피언 PSNR 범위는 baseline 하단 접경 — 실비용 0~0.2dB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MPS 트랙 전이(exp39b, softlite+force)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PSNR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-0.10dB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에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가시 먼지 96→0개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먼지 기여 6.42→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0.21%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→ 양 트랙 공통 채택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메커니즘 증거 2종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(계측 인프라: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split_events.pkl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출생 로그 +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accum_rgb_grad_vec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출생 로그: split 출생의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29.5%가 허공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(w&gt;0.5), 부모는 '큰 점'이 아니라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저opacity 반투명(0.165)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— 먼지가 먼지를 낳는 연쇄 → gate+soft 처방의 직접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2549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gradient 프로브: floater 고정력은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진동 평형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(coherence 0.257) → 약한 일관 force 유효 예측이 exp40a로 실증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00400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재현 run 비교 막대(1차 vs 재현), MPS before/after 렌더(가시 먼지 96→0), 허공 출생 파이차트(29.5%), coherence 히스토그램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§4. 지표의 재정비 (슬라이드 12–13)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12 — 평가 체계 재구축: train PSNR의 사각지대와 3종 지표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렌더 A/B 중 확인: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수동으로 floater를 지우기만 해도 train PSNR -3.7dB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floater가 train 이미지의 잔차(글레어·노출)를 흡수해 PSNR을 벌어줌 → train PSNR은 floater 평가에 부적합 (슬라이드 6의 "RGB gradient 2.23×"의 귀결)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재구축한 3종 체계: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①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Region GT 지표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(슬라이드 5의 사면체 영역 재사용): 어떤 학습 결과든 "영역 안 점/가시 점 수"로 채점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②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held-out 평가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every-8th는 보간이라 잔차 흡수가 test에서도 이김(-0.46dB) 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연속 세그먼트 hold-out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으로 교체, 두 split 일치로 비용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2549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③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SSIM/LPIPS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챔피언 vs baseline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사실상 동률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(SSIM 0.9152 vs 0.9167, LPIPS 0.3668 vs 0.3633)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Pareto 지도(exp42)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먼지↔PSNR 트레이드는 연속 조절 가능: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575304"/>
          <a:ext cx="11185855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운영점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test PSNR Δ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region_n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baseline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~3,700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~200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prune+gate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-0.09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1,795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+force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-0.21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1,136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softlite+force (챔피언)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-0.44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~460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~25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29437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최종 그림: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챔피언 = 지각 품질 동등 + 가시 먼지 -90%+ + PSNR -0.44dB(비지각적 잔차 맞춤의 상실)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λ·budget으로 운영점 조절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669280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Pareto 곡선(x=먼지, y=test PSNR, 운영점 4개 표시), SSIM/LPIPS 동률 표, region 영역 3D 오버레이(슬라이드 5 재등장)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12 — 평가 체계 재구축: train PSNR의 사각지대와 3종 지표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199" y="1234440"/>
            <a:ext cx="7935296" cy="512063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13 — 목표 재정의와 전장 확대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프로젝트 목표 명문화: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실시간 스트림 → 분 단위 → 좋은 geometry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(MPS 불가 → ORB 본선)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3대 벤치마크: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학습시간 / PSNR / floater 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학습 속도를 위한 선행연구 조사: EDGS(dense correspondence init), Instant-GI(2D GS→3D lift), depth-mono — "좋은 init이 곧 속도이자 품질"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5059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3대 벤치마크 다트보드, EDGS/Instant-GI 논문 썸네일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§5. Init 전쟁 (슬라이드 14–17)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14 — Init 전쟁의 등장인물: 방법론 소개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depth-mono (Depth Pro)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이미지 1장 → 픽셀별 절대 깊이(단안 depth 추정, ~1초/장). 스케일 오차가 있어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SLAM 점으로 보정 후 사용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(알고리즘은 슬라이드 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depth-lift init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보정된 depth로 이미지 픽셀을 3D로 역투영해 dense 점군 생성 — 텍스처 없는 흰 벽·천장도 커버 (SLAM/matching의 사각지대 보완)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PPM (Position Probability Map, Instant-GI 사상)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"점을 어디에 뿌릴까"를 이미지 내용으로 결정 — 텍스처 복잡한 곳에 촘촘히, 평탄한 벽엔 성기게. 확률맵 비례 샘플링 후 depth-lift. 두 구현: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수제 Sobel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(경계 강도) vs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Instant-GI 사전학습 ConvNeXt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(가중치 다운로드·추론)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24912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RoMA (EDGS 사상)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두 이미지 사이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dense correspondence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(픽셀 대응 수만 쌍)를 찾는 매칭 네트워크 → SLAM pose로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삼각측량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→ 재투영 오차 &lt;2px만 통과 =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기하학적으로 검증된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3D 점 (단, 텍스처 있는 곳만 가능)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7413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carve 사전 필터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init 점군에 carve score를 적용해 빈 공간 점을 학습 전에 제거 (w≤0.5/0.9 두 강도)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4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스냅(snap-to-surface)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필터로 버릴 빈 공간 점을 ray 방향 표면 증거 깊이로 이동시켜 재활용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2394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투영 착색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init 점을 이미지에 투영해 색을 미리 입힘 (회색 시작 대비 색 최적화 시간 절약)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498848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방법론별 아이콘+1줄 카드 7장, RoMA 매칭 시각화(대응선), PPM 확률맵 히트맵(Sobel vs ConvNeXt 나란히), depth-lift 개념도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14 — Init 전쟁의 등장인물: 방법론 소개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sobel_p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045" y="1234440"/>
            <a:ext cx="9639604" cy="512063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15 — 실험 설계와 진행 서사: 무엇을 확인하려 했나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설계 사다리 (각 변형이 검증하는 가설):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11185855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230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변형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init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검증 가설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44a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기존 dense init 148k (+carve)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 끄고 EDGS 사상 재현 가능한가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44a′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+ carve 사전 필터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먼지는 init에서 잡는 게 정답인가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44a″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+ 투영 착색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회색 init이 품질 병목인가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44g/g′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+ 스냅(±재필터)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no-densify 품질 갭의 정체가 '배치·용량'인가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44h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스냅 init +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짧은 densify 3k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용량을 densify로 채우면 갭이 닫히나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44e/e2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PPM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(Sobel / GI 네트워크)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내용-적응 샘플링의 가치, 네트워크 필요성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44c/c2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RoMA 삼각측량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기하 검증 init의 청정도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44d/d2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hybrid (RoMA 우선 + PPM 보충, 4cm voxel)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두 축의 결합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38912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진행 중 확정된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4원칙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(각 단계의 발견):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64024"/>
            <a:ext cx="1091153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①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먼지는 init에서 잡는다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dense init의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70%(103,883/148,564)가 관측된 빈 공간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— 사전 필터로 학습 후 먼지 96% 감소 (region 20,892→815). in-training 청소만으론 감당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1324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②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색은 선불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투영 착색만으로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+1.0~1.6dB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8815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③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갭의 정체는 배치·용량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스냅 init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+1.6dB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(41k→130k 점) — no-densify 41k는 30k iter를 줘도 30.95 천장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6305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④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용량은 짧은 densify(3k)로 충분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44h@15k = 32.08, 7.5분 — gate+깨끗한 init이 먼지 폭발을 막으며 용량만 채움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15 — 실험 설계와 진행 서사: 무엇을 확인하려 했나  (계속)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사다리 표 + 4원칙 각각의 근거 미니 차트 4개(필터 전후 먼지, 색 유무 수렴 곡선, 스냅 전후 PSNR, densify 유무)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16 — Init 대전 최종표 (+ MPS 참조선)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231"/>
                <a:gridCol w="1398231"/>
                <a:gridCol w="1398231"/>
                <a:gridCol w="1398231"/>
                <a:gridCol w="1398231"/>
                <a:gridCol w="1398231"/>
                <a:gridCol w="1398231"/>
                <a:gridCol w="1398238"/>
              </a:tblGrid>
              <a:tr h="32186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순위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init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레시피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시간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train PSNR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test PSNR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region먼지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종합 1위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44d2: RoMA+PPM hybrid 174.7k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densify≤7k+carve 30k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33.799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32.479 (+0.93)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234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62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44f2: PPM 117k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33.524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32.292 (+0.74)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44c2: RoMA 71.8k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〃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33.005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214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fast 1위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44d: hybrid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densify≤3k+carve 15k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8분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32.347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fast 2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44e: PPM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〃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8분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32.001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30.787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123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60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청정 1위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44c: RoMA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8분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31.215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(기준)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baseline ORB 7k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densify≤7k 30k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8분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32.906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31.549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3,477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238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(참조) MPS baseline (exp08)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MPS semi-dense init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 30k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33.012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가시 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187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(참조) MPS + carve (exp39b)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〃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+ carve 풀레시피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32.913 (-0.10)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기여 6.42→0.21%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가시 0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325112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축 해석: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PPM(내용-적응+depth lift) = 품질 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(+0.6dB),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RoMA(기하 검증) = 청정 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(먼지 67 — matching이 흰 벽을 못 덮어 PSNR은 열위),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hybrid = 종합 우승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(RoMA의 검증된 점 우선 + PPM이 텍스처리스 채움)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97433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MPS 참조선의 의미: 오프라인 최고 품질(33.01)을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ORB 실시간 트랙이 hybrid init으로 추월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(33.80) — "본선이 참조선을 이겼다"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4924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test PSNR 반전: 44f2 test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+0.74dB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"먼지 제거 = -0.44dB 비용"(슬라이드 12)이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init 개선으로 역전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된 최초 지점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724144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위 표 + 3축 삼각 다이어그램(품질/청정/속도에 각 챔피언 배치), 렌더 3연 비교(baseline/44d2/44d)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17 — 챔피언 레시피 상세: 튜닝·재현·기각의 기록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44d2 종합 챔피언의 전체 레시피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(동료가 재현 가능한 수준):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11185855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단계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내용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산출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init 재료 1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RoMA 인접 keyframe 쌍 매칭 → 삼각측량 → 재투영&lt;2px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71.8k 점 (기하 검증)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init 재료 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보정 depth + Sobel-PPM 샘플링(frame당 4k) lift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102.9k 점 (커버리지)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병합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4cm voxel에서 RoMA 우선권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병합 + carve 재필터(w≤0.5) + SLAM 7k 합류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174.7k 착색 init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학습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densify≤7k + carve 풀레시피(softlite 0.02/0.5 + prune 0.75% + gate 0.95 + force 0.05) + 30k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14553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fast-track(44d)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같은 init + densify≤3k + 15k = 8분 / 32.35 / 먼지 147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재현 확인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44d2r = 33.568 (Δ0.23, 노이즈 내), 먼지 258 — 재현 성공 / 44dr = Δ0.42 노이즈 상단, 먼지 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9534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추가 튜닝의 기록 (전부 판정 완료)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17 — 챔피언 레시피 상세: 튜닝·재현·기각의 기록  (계속)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2657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시도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결과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판정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45b dynamic carve (가시 gaussian 점유를 terminal에 되먹임)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train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33.883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/먼지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192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, held-out 동급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채택 → 이후 교차 장면에서 "깨끗한 init 전제" 조건부로 강등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44e2 GI 사전학습 네트워크 PPM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수제 Sobel 대비 +0.14dB (노이즈 내)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가치는 네트워크가 아니라 사상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(적응 샘플링+lift) — 수제로 충분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44e3 GI 2D-fit 속성 이식 (per-point scale/rot 초기값)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PSNR +0.19 vs 먼지 4배(1,056)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보류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44ht (soft 0.03·prune 조기화·예산 1%)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개선 없음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잔여 가시 ~200은 3D 신호 한계 집단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45a 노출 모델링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-6dB (eval-split 전용 설계와 충돌)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기각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45c progressive resolution (r/2 8k→r1 15k)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47분 vs 8분, 먼지 2.3배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기각 — "저해상도 densify가 먼지↓" 가설도 기각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3392424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레시피 파이프라인 다이어그램(재료1+재료2→병합→학습), 튜닝 기록 표(기각 도장), 재현 막대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§6. 교차 장면 검증 — 실패, 진단, 처방 (슬라이드 18–23)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18 — 질문: 다른 방에서도 되는가? (exp43 설계)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사용자가 3개 장면 직접 라벨링: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1253_rot(같은 방·회전 궤적) 5,168개 / 305호(다른 방) 9,059개 / 12F 로비 1,449개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(복도 2곳은 기하 열화로 라벨 불가 → 제외)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사전 등록 기준: score AUC ≥0.95, carve 학습으로 가시 먼지 ≥90% 감소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75688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3장면 썸네일 + 라벨 통계표, 사전등록 기준 박스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19 — 결과 ①: 같은 방은 완벽, 다른 방은 실패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장면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champion score AUC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pseudo-label 정밀도/재현율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판정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1253 (원본)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0.976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기준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1253_rot (같은 방·다른 궤적)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0.9813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100% / 90.2%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✅ 재라벨링 없이 전자동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305 (다른 방)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0.7993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44% / 41%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❌ 첫 실패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12F (fog 로비)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0.858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39% / 45%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❌ 동일 패턴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77063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ORB confidence(observations/found_ratio): 전 장면 무효과(305에서 obs≥5 필터 AUC 0.9807→0.9807) → 최종 기각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145536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AUC 막대(0.98/0.80/0.86 + 기준선 0.95), rot pseudo-label 벤 다이어그램(정밀도 100%)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19 — 결과 ①: 같은 방은 완벽, 다른 방은 실패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crossscene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7" y="1234440"/>
            <a:ext cx="6827519" cy="512063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20 — 진단: 원인은 'ORB 지도의 표면 커버리지'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배제 과정 (전부 실측):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26464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tau 스윕 0.1~1.0: AUC 0.77~0.78 (무효) / terminal 가중 1~10: 0.769~0.771 (무효) 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스케일 문제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라벨 성격 분해: 표면근접 라벨은 9%뿐, 탐지가능(free-space·저op) 모집단으로 좁혀도 0.82 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라벨 문제 아님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결정타: 정상 표면점(생존점)조차 SLAM 점에서 d5 중앙값 0.304m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(1253은 표면점이 SLAM에 근접) = "SLAM 근접=표면" 가정 붕괴 — SLAM 6,080점이 방을 못 덮음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5117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부수 발견: 305 라벨의 ~30%(2,761개)는 free-space 부유물이 아닌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표면 부착 blob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미탐지 라벨의 95%가 표면 0.15m 이내 (다른 문제 클래스로 분리)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26080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d5 분포 히스토그램(라벨 vs 생존 — 1253/305 대비 2패널), 배제 과정 플로차트(스윕 값 표기)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21 — 도구: 단안 depth를 미터 단위로 — SLAM 기반 보정 알고리즘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문제: depth-pro의 깊이는 픽셀별 상대 구조는 정확하나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장면별·프레임별 스케일 오차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존재 (12F 실측: raw 스케일 계수 1.274, 프레임 간 IQR [0.87, 1.52])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프레임별 Huber 보정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(사용 중인 알고리즘):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보정 깊이의 용도 3종: ① PPM/depth-lift init의 3D 역투영 ② depth-anchor 점군 생성(grid 역투영→5cm dedupe) ③ depth-violation 검사(슬라이드 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24912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검증: 공장 캘리브레이션 확인 — 파이프라인이 VRS device calibration으로 RGB를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정확한 pinhole(f=500)로 정류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하므로 f_px 입력은 옳음 → 잔여 오차는 depth-pro 자체의 장면 편향(fog에서 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74136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한계와 대안: SLAM 점이 아예 없으면?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pose-기하 자가 보정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(슬라이드 25): 스테레오+IMU 덕에 pose 이동량이 미터 단위 → 두 프레임 depth에 같은 s를 곱해도 카메라 이동은 고정이므로 교차 프레임 일관성이 s를 유일 결정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023360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보정 산점도(D vs z_SLAM + Huber 직선), 보정 전/후 depth 맵 나란히, 프레임별 스케일 계수 분포(안정 장면 vs fog 장면)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21 — 도구: 단안 depth를 미터 단위로 — SLAM 기반 보정 알고리즘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hu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208" y="1234440"/>
            <a:ext cx="640927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22 — 처방: Depth-Anchor Carve — 305 재현 성공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처방: 보정 depth로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조밀 표면 앵커 573k점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생성(67프레임, 장면당 depth 추론 33초) → SLAM 6k 대신 carve field·d5를 앵커로 재구성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점수 회복: 305 AUC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0.80 → 0.886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(+이미지 공간 depth-violation 결합 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0.905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266프레임 보강 시 vr 단독 0.914)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학습 재현 성공 (재현 런 포함)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176272"/>
          <a:ext cx="11185855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305 30k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PSNR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 먼지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baseline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34.508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6,888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708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depth-anchor carve 1차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34.484 (동급)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1,184 (-83%)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173 (-76%)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재현 런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33.909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994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179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58444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잔존 가시 173점 중 진짜 free-space는 17%(≈29점) — 사실상 부유물 소멸. 먼지 지표가 재현 런에서 정밀 일치(173→179)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95935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SLAM 앵커(6k, 듬성) vs depth 앵커(573k, 조밀) 포인트클라우드 비교, 305 before/after 렌더, 위 표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22 — 처방: Depth-Anchor Carve — 305 재현 성공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nch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48" y="1234440"/>
            <a:ext cx="10892997" cy="512063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23 — 과학적 반전: 대조군이 잡은 유령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미스터리: rot(회전 궤적) 장면에서 carve 학습마다 가시 먼지 '역증가' 관측 → 3개 가설을 실험으로 순차 기각: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111858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32657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rot 30k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PSNR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region_n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검증한 가설 → 판정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baseline (최초 1회)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30.689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7,864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106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(비교 기준)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 static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30.422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5,099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741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 dynamic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30.533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5,301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716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dynamic 자기강화? →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기각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(static과 동일)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 nomaxop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30.385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5,453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1,267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maxop 보호 해제하면 잡히나? →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기각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(악화)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 noforce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30.328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5,246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812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force가 범인? →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기각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(force 꺼도 동일)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baseline 재실행 (대조군)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30.763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9,015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1,091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→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진범 = run-to-run 분산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76732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부검 근거(계보 필드): 가시 먼지의 95%가 densify 출생(gen 5),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65%는 baseline에 먼지가 없던 새 위치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'응집' 가설도 기각. 불투명도 질량은 8.7→18~24로 증폭됐지만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대조군도 18.1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= 장면 고유 수준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1655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결론: carve 무죄. 최초 baseline 106이 행운의 런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(가시 먼지 지표의 run-to-run 분산 ×10)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91456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교훈 두 개: ①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먼지 지표도 단일 런 비교 금지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A/B는 재현 런 필수 (PSNR ±0.33dB 교훈의 확장) ② 회전 궤적·underfit 장면은 지표 자체가 불안정한 클래스 (305는 173→179로 안정 — 분산은 장면 성질)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440680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"용의자 보드"(응집/dynamic/maxop/force 전부 X, 분산 O), 위 표, baseline 2회 비교 막대(106 vs 1,091)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§7. 전자동 파이프라인 완성 (슬라이드 24–26)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24 — 라벨 없는 앵커 자가진단: 2규칙 (실측 매트릭스)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질문: 새 장면에서 라벨 없이 "SLAM 앵커 vs depth 앵커 vs 포기"를 어떻게 판정하나?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후보 지표 탐색: Huber 보정 잔차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분리 실패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(305가 최대로 나옴 — SLAM 희소가 지표를 오염, 기각) → 최종 2지표 채택: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01368"/>
          <a:ext cx="11185855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장면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① SLAM 자기NN p50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② depth 교차프레임 불일치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규칙 판정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실측 AUC (SLAM / depth)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정답?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1253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0.042m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SLAM 앵커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0.976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/ 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✅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rot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0.043m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0.101 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SLAM 앵커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0.972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/ 0.851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0.072m ✗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0.032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depth 앵커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0.770 /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0.886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✅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12F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0.057m 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0.048 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경고: 문제 클래스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0.824 / 0.843 (둘 다 낮음)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52044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규칙: ① &lt; 0.05m → SLAM / 아니면 ② &lt; 0.04 → depth / 둘 다 실패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carve OFF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(12F 학습 실증: carve가 오히려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-1.0dB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baseline 32.03 vs carve 31.04, 가시 먼지도 개선 없음)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696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②의 정의: A프레임 depth로 띄운 점을 B프레임에 투영해 B의 depth와 상대 비교 — 라벨·SLAM 밀도와 무관한 depth 자체 품질 측정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44568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진단 플로차트(3분기), 위 매트릭스 표 (규칙 문턱 강조선)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25 — 확장: SLAM 포인트가 아예 없어도 되는가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동기: 실시간 경로에서 지도 품질 의존을 더 줄일 수 있나 (pose는 스테레오+IMU로 항상 미터 단위)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depth-violation ratio (vr) — 눈높이 설명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1091153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violation = '위반'. depth-mono가 "이 방향 3m에 벽이 있다"고 말했는데 어떤 gaussian이 그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벽보다 앞쪽(예 1.5m) 허공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에 떠 있으면 → 카메라와 벽 사이 빈 공간에 있으니 floater 의심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gaussian 하나에 대해: 여러 depth 프레임에 투영 → 각 프레임에서 "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측정된 표면보다 카메라 쪽에 떠 있나?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"(위반 1표) 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vr = 위반한 프레임 수 / 보인 프레임 수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∈ [0,1]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2549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vr≈1 = 보이는 거의 모든 뷰에서 벽보다 앞 = 강한 floater 신호 / vr≈0 = 늘 표면에 붙음 = 정상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carve의 원래 신호(ray 통과 증거 ρ)는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3D voxel 격자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기반이라 fog에서 흐려지는데, vr은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이미지 공간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에서 직접 재므로 fog에서도 잘 잡힘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7530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12F(최난도 장면) 실측 사다리: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950208"/>
          <a:ext cx="11185855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신호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SLAM 점 사용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AUC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vr (raw depth, 스케일 무보정)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불필요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0.855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vr + pose-기하 자가 보정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(s=1.425 추정, SLAM Huber는 1.274)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불필요 (pose만)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0.893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vr + SLAM Huber 보정 (상한)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필요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0.908 — 12F 신기록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3583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그러나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학습 통합은 무효과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(12F 페어 실험):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25 — 확장: SLAM 포인트가 아예 없어도 되는가  (계속)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12F 30k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PSNR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region_n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baseline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32.034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2,703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120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 (ctrl)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31.044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1,310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 + vr 채널 (score=max(s,vr))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30.925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1,204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193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459736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"탐지≠제거" 간극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underfit 장면에선 이미지가 먼지를 요구 → 어떤 score 압력도 RGB gradient를 못 이김 (rot 질량 증폭과 동일 역학).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floater의 근본 해법은 압력이 아니라 재구성 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vr의 채택 용도: 오프라인 청소·pseudo-label·SLAM-프리 탐지 (학습 손실 아님)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483864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pose-기하 자가 보정 개념도(두 카메라+depth, 스케일 s의 유일 결정), AUC 사다리 막대, 페어 표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25 — 확장: SLAM 포인트가 아예 없어도 되는가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slamfre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975" y="1234440"/>
            <a:ext cx="7613743" cy="512063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26 — 최종 산출물: 진단-분기 전자동 파이프라인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5855" cy="1719072"/>
          </a:xfrm>
          <a:prstGeom prst="rect">
            <a:avLst/>
          </a:prstGeom>
          <a:solidFill>
            <a:srgbClr val="F2F3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/>
            <a:r>
              <a:rPr sz="900">
                <a:solidFill>
                  <a:srgbClr val="222222"/>
                </a:solidFill>
                <a:latin typeface="Noto Sans Mono CJK KR"/>
              </a:rPr>
              <a:t>새 장면 VRS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→ SLAM (OpenMAVIS)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→ [자가진단 2규칙]  ← 라벨 불필요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     ├─ SLAM 양호   → SLAM-앵커 carve      (1253·rot에서 검증, AUC 0.97+)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     ├─ SLAM 희소    → depth-앵커 carve     (305에서 재현 확정: 먼지 -83%, depth 33초)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     └─ 둘 다 불량   → carve OFF + baseline  (12F에서 -1dB 학습 증거)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→ (같은 방 재방문 시) pseudo-label 자동 청소 (정밀도 100%)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25496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3대 벤치마크 최종: 품질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+0.9dB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(train 33.80/test 32.48) / 먼지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-83~93%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/ 속도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8분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(fast-track) — 사람 라벨링 0회로 새 장면 적용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474720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위 파이프라인 다이어그램(발표의 마지막 그림), 벤치마크 3종 최종 스코어카드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§8. 심화 분석과 마무리 (슬라이드 27–30)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27 — 심화 분석: 왜 장면마다 되는 carve가 다른가 (데이터 특성으로 설명)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질문: 1253은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SLAM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-앵커 carve가, 305는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depth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-앵커 carve가 되고, 12F는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둘 다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안 됐다. 무엇이 이 갈림을 결정했나?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핵심 프레임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carve는 "카메라가 본 점 앞쪽 = 빈 공간"으로 판정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"표면이 어디인가"라는 기준(anchor)이 정확해야 함.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anchor를 얻는 길이 둘이고,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각자 다른 이미지 특성에 의존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한다: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SLAM 삼각측량 anchor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←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텍스처(특징점)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+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시차(궤적)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필요. 검증된 희소 점. 관건 =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표면을 촘촘히 덮느냐(커버리지)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mono-depth anchor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←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이미지 선명도(fog 없음·대비)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필요. 조밀하지만 스케일 편향 있어 보정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2549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→ 두 anchor는 요구 조건이 다르므로,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장면이 어떤 이미지 특성을 갖췄냐가 어떤 carve가 되는지를 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측정 데이터 (이미지 특성 × 커버리지 × 결과)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575304"/>
          <a:ext cx="11185855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9"/>
              </a:tblGrid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장면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Sobel 텍스처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대비(std)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SLAM 자기NN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생존표면 d5(SLAM)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depth 교차불일치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SLAM AUC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depth AUC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되는 carve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1253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18.8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39.4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0.042m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근접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(0.101)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0.976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(0.851)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SLAM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13.7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39.0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0.072m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0.304m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0.032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0.770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0.886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depth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12F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11.5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25.6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0.057m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0.366m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0.048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0.824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0.843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둘 다 ✗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98348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1253 → SLAM carve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텍스처 최고(18.8) + 병진 궤적 → SLAM이 특징을 많이 삼각측량, 표면 촘촘히 덮음(자기NN 0.042m). SLAM 점 = 표면 → 0.976. depth 불필요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32704"/>
            <a:ext cx="11185855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305 → depth carve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텍스처 중간(13.7)이라 SLAM 희소(0.072m), 결정적으로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정상 표면점조차 SLAM에서 0.30m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= SLAM이 표면을 못 덮음 → SLAM carve 붕괴(0.77).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그러나 이미지가 밝고 선명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(대비 39, fog 없음) → mono-depth 완벽(교차불일치 0.032, 최저) → depth carve 구원(0.886). 305 baseline PSNR 34.5(최고)가 "이미지 자체는 좋다"는 방증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27 — 심화 분석: 왜 장면마다 되는 carve가 다른가 (데이터 특성으로 설명)  (계속)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1143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12F → 둘 다 실패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텍스처 최저(11.5) +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fog(대비 25.6 = 다른 장면의 2/3)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. fog는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두 anchor 경로를 동시에 굶긴다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SLAM: 저텍스처 벽엔 특징 없어 점이 간판·모서리에만 몰리고 넓은 표면은 빔(0.824) / depth: fog는 깊이 자체가 모호(안개 너머 안 보임) → 편향(스케일 1.274)+불일치(0.048)로 붕괴(0.843).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두 anchor가 같은 뿌리(이미지 정보량)에 의존하는데 fog가 그 뿌리를 말림.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게다가 carve -1dB: 흐린 이미지를 못 맞추니 floater가 fog 잔차를 흡수하는 유용한 일을 함 → 지우면 손해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4942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한 줄 결론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carve의 성패 = 표면 anchor 품질이고, anchor는 텍스처(→SLAM)와 이미지 선명도(→depth)라는 두 이미지 특성에서 나온다. 1253은 텍스처가 살아 SLAM으로, 305는 텍스처는 부족해도 선명해서 depth로 되며, 12F는 fog가 두 특성을 동시에 죽여 둘 다 실패한다.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9864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표에 쓰인 지표 설명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(처음 보는 청중용):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7355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Sobel 텍스처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이미지 밝기 변화(경계) 강도의 평균 — 높을수록 특징이 많아 SLAM 매칭 유리. (1253 18.8 ↔ 12F 11.5)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4845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대비(std)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이미지 밝기의 표준편차(동적 범위) — fog는 밝기(밝기 p50은 다 비슷)는 놔두고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대비를 반토막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내는 게 특징. 12F 25.6이 fog 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SLAM 자기NN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각 SLAM 점에서 가장 가까운 SLAM 점까지 거리(중앙값) — 작을수록 지도가 조밀.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자가진단 규칙1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(&lt;0.05m → SLAM 앵커)의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98264"/>
            <a:ext cx="1091153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생존표면 d5(SLAM)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학습 후 살아남은 '정상 표면' gaussian이 가장 가까운 SLAM 점 5개까지의 평균 거리 — 커지면 "SLAM 점이 실제 표면을 안 덮는다"는 뜻(305 0.30m = SLAM 실패의 결정적 증거)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47488"/>
            <a:ext cx="1091153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depth 교차불일치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A프레임 depth로 띄운 점을 B프레임에 재투영해 B의 depth와 비교한 상대 오차(중앙값) — 작을수록 depth가 프레임 간 일관되어 신뢰 가능.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자가진단 규칙2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(&lt;0.04 → depth 앵커)의 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9671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AUC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해당 앵커로 만든 champion score가 사람 라벨 floater를 얼마나 잘 가려내는가(1.0=완벽, 0.5=무작위). 이 스프린트의 핵심 판별 지표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27 — 심화 분석: 왜 장면마다 되는 carve가 다른가 (데이터 특성으로 설명)  (계속)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5855" cy="73152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위 측정 표 + 세 장면 대표 이미지(1253 선명·고텍스처 / 305 선명·저텍스처 / 12F fog·저대비) 나란히, 두 anchor 경로 의존성 다이어그램(텍스처→SLAM / 선명도→depth, fog가 둘의 교집합을 끊는 그림)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27 — 심화 분석: 왜 장면마다 되는 carve가 다른가 (데이터 특성으로 설명)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3209"/>
            <a:ext cx="11185855" cy="4563101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28 — 재프레임: floater는 '점'이 아니라 photometric loss의 '분지(basin)'다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핵심 통찰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이미지가 뭉개진 게 아니라,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장소 특성상 "먼지 띄워 잔차 흡수"가 "올바른 geometry 세우기"보다 loss가 더 낮거나 더 가까운 분지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다. floater는 photo loss의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정당한 local minimum(숏컷)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→ 압력으론 근본적으로 못 이김(12F carve -1dB가 증거)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이기는 방법 = 더 세게 누르기가 아니라, 올바른 geometry를 floater보다 가깝고/깊은 분지로 만들기.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carve를 '압력 도구'에서 'basin 설계 도구'로 승격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원인 이분법 — 처방이 갈린다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450592"/>
          <a:ext cx="11185855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유형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왜 floater가 더 가까운가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처방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진단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(a) 도달 불가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올바른 표면이 씨앗 없음(init에 없고 시차 부족으로 삼각측량 불가) → floater가 유일한 길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좋은 init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(표면 미리 심으면 잔차↓, floater 채용 이유 소멸)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좋은 init 줬을 때 floater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죽으면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(a)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(b) 환원 불가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잔차가 어떤 geometry로도 안 사라짐(fog·글레어=시점의존) → floater 흡수가 실제 유용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appearance 채널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(노출/embedding으로 잔차 합법 흡수 = 숏컷의 먹이 뺏기)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좋은 init 줘도 floater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돌아오면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(b)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547872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장면별 예상 병명(슬라이드 27 근거): 1253/305 = 선명(대비 39)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(a)형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/ 12F = fog(대비 25.6)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(b)형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(미검증) / rot = 시차 부족 = (a) 특수형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197096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loss landscape 만화(floater 분지 vs 표면 분지, init이 시작점을 옮기는 그림 / appearance가 floater 분지를 메우는 그림), (a)/(b) 이분법 표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28 — 재프레임: floater는 '점'이 아니라 photometric loss의 '분지(basin)'다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782" y="1234440"/>
            <a:ext cx="796412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29 — 다음 실험 6축 (carve/vr을 'basin 설계'로) — exp46 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2657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가설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실행 준비도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305 hybrid init + carve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선명한 (a)형 방에서 "init &gt; 압력" 확증 — depth-carve(먼지 994) 대비 더 깨끗해지나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즉시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(RoMA·depth 재료 완비)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12F 좋은 init 진단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(a)/(b) 병명 확정 — fog면 천장 안 오름 예측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즉시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(~15분)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표면-확신 불투명 init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carve/vr 합의 표면을 불투명·고신뢰로 시작 → floater보다 먼저 잔차 선점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CARVE_INIT_ATTRS 재활용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노출/appearance 채널 재설계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(b)형 처방 — per-image affine 노출(45a는 프로토콜만 실패, 개념 유효)로 시점의존 잔차 흡수 → floater 불필요화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축 2가 (b) 확정 시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densify를 carve-aware 재유도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나쁜 출생 억제(gate) 대신 φ로 split 방향을 표면 쪽 편향 → 같은 capacity가 표면 보강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densify_and_split 수정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(b)형 운영점: no-densify + 좋은 init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fog에선 capacity를 묶어 floater 만들 여분 제거 + 표면 씨앗 → "PSNR 살짝 포기, 깨끗하게"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축 2/4 후 판단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39242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부수 과제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(basin 프레임 밖): rot 회전 궤적 축(시차 보장 쌍 미해결·백업 B10), 표면 부착 blob(305 라벨 30%, free-space 신호 밖 새 클래스), 파이프라인 원커맨드화 + 자가진단 5번째 검증(현재 n=4)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4164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우선순위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1(즉시 확증) → 2(병명 확정) → 2가 (b)면 4·아니면 3 → 5·6은 결과 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41655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6축 우선순위 트리(1→2에서 (a)/(b) 분기), 각 축 준비도 신호등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30 — 결론과 핵심 메시지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확정된 것 5줄: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한 줄 메시지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floater는 '지우는 대상'이 아니라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underfit(빈 공간 증거 위반)의 증상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증거로 탐지하고, 원인이 init/기하면 고치고, 이미지 열화면 압력으론 못 고친다. (다음 실험은 슬라이드 28)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75688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확정 5줄 요약 카드 + 슬라이드 1의 before/after 렌더 재등장(수미상관)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백업 슬라이드 (질문 대비)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백업 슬라이드 (질문 대비)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B1. Carve field 수식 상세 (transit/terminal 적립 절차, ray_step 6cm/surf_margin 20cm, ρ, w, champion score, φ EDT, trilinear 보간)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B2. exp41/42 상세: every-8th vs 세그먼트 hold-out 이중 해석, Pareto 전체 표(42a~42d), SSIM/LPIPS 수치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B3. 305 실패 배제 과정 전체 수치 (tau 스윕 0.1~1.0, term_k 스윕 1~10, 가시 앵커 0.82, 라벨 분해 — 표면근접 라벨 9%)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5059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B4. init 전쟁 중간 단계 전체 표 (44a0→44a→44a′50/90→44a″→44g/g′→44h/ht — exp44 카드 1~4차 갱신 표 그대로)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2549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B5. 기각 실험 상세: 45a/44e3/45c/nomaxop/dynamic carve 각각의 수치와 기각 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B6. 인프라·버그 기록: OOM(2,654장+병행작업), torch 2.6 weights_only, checkpoint 버퍼 8종, SuperSplat 좌표 변환 함정, pgrep 자기매칭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4962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B7. 사용 도구 지도: scripts/analysis(진단·지표), scripts/anchors(init 생성), configs/carve_loss(레시피), context/(문서 체계)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9884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B8. 관련 연구 대비: EDGS/Instant-GI에서 무엇을 취했고 무엇을 버렸나 (RoMA 삼각측량 채택, GI net PPM 시도·동급 판정, GI 2D-fit 속성 이식 보류)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4807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B9. Plateau 트랙 전사(exp15~36 요약): tau 확대만 유효했던 이유와 ray-density 지표 함정 — "적응형 tau가 판별력을 파괴"의 상세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22976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B10. rot hybrid 이식 상세: +1.37dB vs 먼지 ×10 (작은 시차 삼각측량), 시차 보장 쌍(min-baseline 0.2m) 재시도도 미해결 — 회전 궤적 축의 현재 상태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데이터 소스 (제작 시 참조할 파일)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데이터 소스 (제작 시 참조할 파일)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수치·표: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context/experiments/exp38_40_carve_track.md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(7런 표·Pareto·SSIM),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exp44_fast_geometry_plan.md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(init 대전 전 과정·최종표),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exp43_cross_scene_plan.md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(결과 1~16),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exp32_lineage_diag.md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(계보 정량),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context/STATUS.md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수식 원본: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3dgs-custom/eval/carve_loss.py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(compute_loss, post_backward, _refresh_phi, _vr)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렌더 비교용 ply: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exp30r_orbfull_baseline_rerun_*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vs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exp40b_orbfull_force_softlite_*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(1253),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scene_301_305_baseline_*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vs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exp43_305_depthcarve_30k_20260713_043656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(305), MPS: exp08 vs exp39b, init 대전: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exp44d2_hybrid_densify_30k_*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99232"/>
            <a:ext cx="11185855" cy="1143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제작 필요 시각화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① 라벨 floater 하이라이트 렌더 ② 사면체 확장 단계별 3D 뷰 ③ region 영역 오버레이 (재료: 라벨 ply +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results/diagnostic/floater_region_gt.npz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/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data/scenes/*/floater_region/region_mask.npz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) ④ ray 커버리지 히트맵 ⑤ score/φ 단면 히트맵 ⑥ SLAM vs depth 앵커 점군 비교 (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data/scenes/301_305/depth_anchors.npz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) ⑦ Huber 보정 산점도 ⑧ PPM 확률맵(Sobel vs ConvNeXt)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9709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교훈 모음: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context/knowledge/pitfalls.md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