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3D Gaussian Splatting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8BDF8"/>
                </a:solidFill>
              </a:rPr>
              <a:t>Floater 제거 실험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</a:rPr>
              <a:t>3D Plateau Loss 설계 · 구현 · 실험 (Round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BBF24"/>
                </a:solidFill>
              </a:rPr>
              <a:t>2026-07-04 ~ 2026-07-05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Scene: Aria MPS  |  OpenMAVIS 3DGS  |  RTX 5070 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연구 배경: 왜 Floater 제거인가?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3DGS는 고품질 렌더링을 달성하지만 floater artifact가 시각 품질을 저하시킴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749039" cy="22860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087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Floater란?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85623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학습 중 densification으로 생성된 Gaussian이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6712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실제 표면과 관계없는 공중에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478024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Photometric loss가 보이지 않는 곳은 제어 못함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78892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Ray-triggered gradient의 구조적 한계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749039" cy="22860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576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5087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Floater 두 종류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85623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Pop1: SLAM init outlier (|Z| 수십~수만 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6712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 → camera-bound filtering으로 99% 해결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478024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Pop2: densification 중 생성 floater (|Z|=3~6m)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78892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 → 아직 미해결, 이번 실험의 핵심 타겟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566160" cy="22860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36576" cy="2286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현재 Best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874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exp08 (OpenMAVIS MPS)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</a:rPr>
              <a:t>PSNR @30k = 33.012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606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Gaussians: 323,864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926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MPS semidense init (626k pts)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840480"/>
            <a:ext cx="36576" cy="2560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3977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Round 1~5 요약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3251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Round 1-2: Pop1 필터 (Z-clip &gt;42m)  → PSNR 33.012 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6360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Round 3-4: Sparse depth prior (lambda=0.002) → -0.43 dB 악화 (미채택)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494690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Round 5: camera-bound init filtering → Pop1 완전 해결, Pop2 잔존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5257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Round 6 (이번): 3D Plateau Loss로 Pop2 제어 시도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3D Plateau Loss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앵커 주변에 plateau 영역을 만들어 Gaussian을 표면으로 끌어당기는 정규화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핵심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Photometric loss는 카메라에 보이는 Gaussian에만 gradient를 줌.
→ 보이지 않는 floater는 제어 불가.
Plateau Loss는 모든 Gaussian에 anchor 기반 regularization을 적용:
  • Plateau 내부 (D &lt; 1): gradient = 0  (photometric loss가 자유롭게 작동)
  • Plateau 외부 (D ≥ 1): quadratic hinge로 안쪽으로 당김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023360"/>
            <a:ext cx="5669280" cy="246888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4023360"/>
            <a:ext cx="36576" cy="2468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60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수식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262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Spherical:  D_min = min_j  ||x - p_j|| / tau_j
Ellipsoidal:  D_aniso_j = sqrt( (Δ·u_t1/τ_t)² + (Δ·u_t2/τ_t)² + (Δ·u_n/τ_n)² )
Loss = mean_n  max( min_j D(x_n) - 1, 0 )²   (quadratic hinge)
τ_n = clip(0.4 × h_j, 0.03, 0.30m)    ← surface normal 방향 (tight)
τ_t = clip(0.9 × h_j, 0.03, 0.60m)    ← tangential 방향 (loose)
h_j = kNN-5 거리 (anchor spacing 추정)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Spherical vs Ellipsoidal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2651760" cy="22860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91640"/>
            <a:ext cx="36576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</a:rPr>
              <a:t>Spherical (A)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762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tau = clip(0.6 × h_j, 0.05, 0.60m)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4871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모든 방향 동일 반경 → 구형 plateau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7980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앵커 과밀집 시 Gaussian이 한 점에 몰림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108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XY coverage 11.9% (layer 4 기준)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691640"/>
            <a:ext cx="2651760" cy="22860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691640"/>
            <a:ext cx="36576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Ellipsoidal (B)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21762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법선 방향(τ_n) tight, 접선(τ_t) loose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4871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표면 방향은 허용, 법선 방향만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27980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Gaussian 분산 → 과밀집 완화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3108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XY coverage 14.0% (layer 4 기준)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114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앵커 종류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480560"/>
            <a:ext cx="18288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526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앵커 소스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4480560"/>
            <a:ext cx="18288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4526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점 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4480560"/>
            <a:ext cx="18288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4526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특징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84632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892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ORB-SLAM filtered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484632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4892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6,492 pts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484632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12680" y="4892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실제 삼각화, sparse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5212080"/>
            <a:ext cx="18288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257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DepthPro virtual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5212080"/>
            <a:ext cx="18288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80" y="5257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7,338 pts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66960" y="5212080"/>
            <a:ext cx="18288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12680" y="5257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monocular depth 투영 (D_target=0.5m)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57784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623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Metric3D virtual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557784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80" y="5623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9,110 pts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66960" y="557784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12680" y="5623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monocular depth 투영 (D_target=0.5m)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구현 과정에서 발견된 버그 2건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모든 실험이 iter ~5000에서 crash → 디버깅 후 수정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26060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" cy="26060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</a:rPr>
              <a:t>Bug #1 — tmp_radii NoneType crash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gaussian_model.py  line 409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원인:
densify_and_prune() 종료 시 self.tmp_radii = None 으로 리셋.
이후 Z-clip prune_points() 호출 시 None[mask] → TypeError.
수정:
if self.tmp_radii is not None:
    self.tmp_radii = self.tmp_radii[valid_points_mask]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26060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36576" cy="26060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17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</a:rPr>
              <a:t>Bug #2 — CUDA device-side assert (크기 불일치)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train.py  post_backward 실행 순서 오류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원인:
Z-clip(post_backward)이 densify_and_prune 이전에 실행.
Z-clip: N → N-n_pruned (Gaussian 감소).
그 뒤 densify_and_clone이 radii(N) vs xyz(N-n_pruned) 불일치.
→ CUDA device-side assert triggered.
수정:
post_backward 호출을 densification 블록 이후로 이동.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14800"/>
            <a:ext cx="11430000" cy="5029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114300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7880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BBF24"/>
                </a:solidFill>
              </a:rPr>
              <a:t>수정 효과:  두 버그 모두 수정 후 exp15~exp18 전체 30k 완주 성공.  1차 rerun → Bug1 crash, 2차 rerun → Bug2 crash, 3차 rerun → 정상 완료.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11430000" cy="19202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754880"/>
            <a:ext cx="36576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8920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구현 세부사항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2395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eval/plateau_loss.py — PlateauLoss, PlateauLossConfig 클래스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55504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Cyclic sampler: sample_size=8192, 모든 Gaussian에 균등하게 gradient 보장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86130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train.py 통합: compute_loss() → backward() 이전, post_backward() → densification 이후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6172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YAML toggle: configs/plateau_loss/*.yaml 로 실험 전환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648309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Pop2 Z-clip: iter 5000~, 1000 iter마다 Z ≥ 2.0m Gaussian 제거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Round 6 실험 결과 — ORB-SLAM Init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Dataset: rgb_3dgs_openmavis_orb_full_301_1253  |  init 7,182pts  |  301 cameras  |  30k iters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905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실험</a:t>
            </a:r>
          </a:p>
        </p:txBody>
      </p:sp>
      <p:sp>
        <p:nvSpPr>
          <p:cNvPr id="7" name="Rectangle 6"/>
          <p:cNvSpPr/>
          <p:nvPr/>
        </p:nvSpPr>
        <p:spPr>
          <a:xfrm>
            <a:off x="2270760" y="1280160"/>
            <a:ext cx="1905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6480" y="132588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Plateau 타입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5760" y="1280160"/>
            <a:ext cx="1905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1480" y="132588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앵커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80160"/>
            <a:ext cx="1905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2588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PSNR @7k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5760" y="1280160"/>
            <a:ext cx="1905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1480" y="132588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PSNR @30k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90760" y="1280160"/>
            <a:ext cx="1905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36480" y="132588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vs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4592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69164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exp_orb_baseline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70760" y="164592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16480" y="169164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5760" y="164592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1480" y="169164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64592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69164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25.3237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5760" y="164592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31480" y="169164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29.0226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90760" y="164592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6480" y="169164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011680"/>
            <a:ext cx="1905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05740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exp15_orb_spherical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70760" y="2011680"/>
            <a:ext cx="1905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16480" y="205740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Spherical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75760" y="2011680"/>
            <a:ext cx="1905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1480" y="205740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ORB 6,492pt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011680"/>
            <a:ext cx="1905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205740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24.9010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85760" y="2011680"/>
            <a:ext cx="1905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31480" y="205740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27.9082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90760" y="2011680"/>
            <a:ext cx="1905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6480" y="205740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7171"/>
                </a:solidFill>
              </a:rPr>
              <a:t>-1.10 dB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37744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42316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exp16_orb_ellipsoidal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70760" y="237744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6480" y="242316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Ellipsoidal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75760" y="237744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21480" y="242316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ORB 6,492pt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237744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242316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25.0716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85760" y="237744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31480" y="242316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28.9239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90760" y="237744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36480" y="242316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7171"/>
                </a:solidFill>
              </a:rPr>
              <a:t>-0.10 dB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2743200"/>
            <a:ext cx="1905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278892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exp17_orb_metric3d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70760" y="2743200"/>
            <a:ext cx="1905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16480" y="278892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Ellipsoidal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5760" y="2743200"/>
            <a:ext cx="1905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21480" y="278892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Metric3D 9,110pt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2743200"/>
            <a:ext cx="1905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278892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24.5279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85760" y="2743200"/>
            <a:ext cx="1905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31480" y="278892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27.6681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90760" y="2743200"/>
            <a:ext cx="1905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36480" y="278892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7171"/>
                </a:solidFill>
              </a:rPr>
              <a:t>-1.35 dB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10896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315468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exp18_orb_depthpro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70760" y="310896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16480" y="315468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Ellipsoidal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75760" y="310896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21480" y="315468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DepthPro 7,338pt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80760" y="310896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26480" y="315468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25.3857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85760" y="310896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31480" y="315468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28.9343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90760" y="3108960"/>
            <a:ext cx="1905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36480" y="3154680"/>
            <a:ext cx="181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7171"/>
                </a:solidFill>
              </a:rPr>
              <a:t>-0.09 dB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3657600"/>
            <a:ext cx="5486400" cy="26060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5760" y="3657600"/>
            <a:ext cx="36576" cy="2606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5488" y="3794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핵심 발견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5488" y="4142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Ellipsoidal &gt;&gt; Spherical (+1.0 dB, 동일 앵커에서)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5488" y="44531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DepthPro ≈ ORB(ellipsoidal) &gt;&gt; Metric3D  — 앵커 수가 많다고 좋지 않음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5488" y="47640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최선(exp18)도 baseline 대비 -0.09 dB  — plateau loss가 개선하지 못함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5074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exp18 PSNR@7k=25.3857 &gt; baseline 25.3237  — 초기는 도움, 후반에 중립화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35040" y="3657600"/>
            <a:ext cx="2743200" cy="26060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35040" y="3657600"/>
            <a:ext cx="36576" cy="2606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4768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</a:rPr>
              <a:t>exp15 Spherical 악화 원인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44768" y="4142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low_opacity_ratio: 32% → 62.6% 급증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44768" y="44531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ORB 6,492 앵커 주변에 Gaussian 과밀집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44768" y="4764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Photometric loss가 과밀집 Gaussian을 투명화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44768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Z-clip: ORB 좌표계에서 거의 무효 (12개만 제거)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61120" y="3657600"/>
            <a:ext cx="2834640" cy="26060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61120" y="3657600"/>
            <a:ext cx="36576" cy="2606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70848" y="3794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</a:rPr>
              <a:t>exp17 Metric3D 최악 원인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70848" y="41422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앵커 9,110개 (가장 많음)에도 최악 성능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70848" y="44531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Metric3D depth 품질 문제 가능성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70848" y="47640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잘못된 surface normal → plateau 왜곡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중요 발견: 좌표계 불일치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ORB 실험의 앵커가 MPS world coordinate 기준이었음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16459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" cy="1645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</a:rPr>
              <a:t>문제 발견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앵커 생성 스크립트(render_completed_plateau_ellipsoids.py)가 MPS keyframe camera poses로 DepthPro depth를 3D 투영.
→ anchors_all_depth_pro.npy의 XYZ 좌표 = MPS world coordinate
→ ORB 실험(exp15-18)은 ORB world coordinate에서 학습 → 앵커 위치가 완전히 틀린 공간
MPS ↔ ORB: scale / rotation / translation 모두 다름. 앵커가 scene과 무관한 위치에 존재.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108960"/>
            <a:ext cx="5486400" cy="21031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36576" cy="2103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246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영향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593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exp16/18이 -0.10 dB에서 큰 피해 없이 끝난 이유: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9044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 → lambda=0.01 약해서 잘못된 앵커로 강하게 못 당김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2153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 → 결과적으로 'plateau loss 사실상 꺼진 상태'로 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526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ORB 실험 결과는 plateau loss의 진짜 효과를 측정하지 못함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108960"/>
            <a:ext cx="5760720" cy="21031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3108960"/>
            <a:ext cx="36576" cy="2103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32461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해결책: MPS 실험으로 전환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35935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앵커가 MPS world space → MPS로 학습하면 좌표 일치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390448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exp19: MPS init + MPS cameras + 동일 DepthPro 앵커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421538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처음으로 올바른 조건에서 plateau loss 효과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45262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MPS semidense init: 626k pts → 323k Gaussians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49240"/>
            <a:ext cx="11430000" cy="5486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349240"/>
            <a:ext cx="114300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4132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BBF24"/>
                </a:solidFill>
              </a:rPr>
              <a:t>교훈: 앵커 기반 regularizer는 앵커와 학습의 world coordinate가 반드시 일치해야 함. 앞으로 anchor 생성 시 학습에 사용할 COLMAP 데이터셋을 명시적으로 지정.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exp19: MPS Init + DepthPro 앵커 (좌표계 수정)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처음으로 앵커와 학습 좌표계가 일치하는 실험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1336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2499360" y="1280160"/>
            <a:ext cx="21336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45080" y="132588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exp08 (baseline)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960" y="1280160"/>
            <a:ext cx="21336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8680" y="132588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exp19 (MPS+DepthPro)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21336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9164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9360" y="1645920"/>
            <a:ext cx="21336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5080" y="169164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MPS full (1310 imgs)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2960" y="1645920"/>
            <a:ext cx="21336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8680" y="169164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MPS full (1310 imgs)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011680"/>
            <a:ext cx="21336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05740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Init 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99360" y="2011680"/>
            <a:ext cx="21336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45080" y="205740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626,811 (semidense)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2960" y="2011680"/>
            <a:ext cx="21336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8680" y="205740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626,811 (semidense)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77440"/>
            <a:ext cx="21336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42316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Plateau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99360" y="2377440"/>
            <a:ext cx="21336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45080" y="242316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없음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32960" y="2377440"/>
            <a:ext cx="21336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8680" y="242316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Ellipsoidal, DepthPro 7,338pt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43200"/>
            <a:ext cx="21336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78892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Lambda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99360" y="2743200"/>
            <a:ext cx="21336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45080" y="278892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2960" y="2743200"/>
            <a:ext cx="21336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8680" y="278892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0.01 (고정)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108960"/>
            <a:ext cx="21336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15468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Start iter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99360" y="3108960"/>
            <a:ext cx="21336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5080" y="315468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2960" y="3108960"/>
            <a:ext cx="21336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78680" y="315468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5000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474720"/>
            <a:ext cx="21336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52044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좌표계 일치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99360" y="3474720"/>
            <a:ext cx="21336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45080" y="352044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N/A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32960" y="3474720"/>
            <a:ext cx="21336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78680" y="3520440"/>
            <a:ext cx="204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✓ (MPS anchor = MPS world)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1280160"/>
            <a:ext cx="4846320" cy="24231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49440" y="1280160"/>
            <a:ext cx="36576" cy="2423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8660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PSNR 결과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exp08 baseline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@7k: 28.3505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</a:rPr>
              <a:t>@30k: 33.0123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exp19 (MPS+DepthPro)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@7k: 28.0899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7171"/>
                </a:solidFill>
              </a:rPr>
              <a:t>@30k: 32.7533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7171"/>
                </a:solidFill>
              </a:rPr>
              <a:t>Δ = -0.26 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3840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Plateau Coverage 분석 (30k checkpoint)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206240"/>
            <a:ext cx="19431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425196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지표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08860" y="4206240"/>
            <a:ext cx="19431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54580" y="425196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exp08 (no loss)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51960" y="4206240"/>
            <a:ext cx="19431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97680" y="425196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exp19 (λ=0.01)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95060" y="4206240"/>
            <a:ext cx="19431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40780" y="425196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변화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572000"/>
            <a:ext cx="19431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461772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Gaussians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08860" y="4572000"/>
            <a:ext cx="19431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54580" y="461772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323,864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51960" y="4572000"/>
            <a:ext cx="19431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97680" y="461772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307,202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95060" y="4572000"/>
            <a:ext cx="19431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40780" y="461772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-16,662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937760"/>
            <a:ext cx="19431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498348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Inside plateau (D&lt;1)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08860" y="4937760"/>
            <a:ext cx="19431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54580" y="498348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9.0%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1960" y="4937760"/>
            <a:ext cx="19431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97680" y="498348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10.3%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95060" y="4937760"/>
            <a:ext cx="19431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40780" y="498348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+1.3%p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5303520"/>
            <a:ext cx="19431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1480" y="534924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D_aniso 중앙값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308860" y="5303520"/>
            <a:ext cx="19431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354580" y="534924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3.332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51960" y="5303520"/>
            <a:ext cx="19431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97680" y="534924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2.806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95060" y="5303520"/>
            <a:ext cx="19431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40780" y="534924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-0.526 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5669280"/>
            <a:ext cx="19431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571500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Euclidean 중앙값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308860" y="5669280"/>
            <a:ext cx="19431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354580" y="571500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1.474 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51960" y="5669280"/>
            <a:ext cx="19431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97680" y="571500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1.273 m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95060" y="5669280"/>
            <a:ext cx="19431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40780" y="571500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-0.201m 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6035040"/>
            <a:ext cx="19431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1480" y="608076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tau_n 중앙값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308860" y="6035040"/>
            <a:ext cx="19431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354580" y="608076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0.059 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51960" y="6035040"/>
            <a:ext cx="19431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297680" y="608076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← 동일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95060" y="6035040"/>
            <a:ext cx="19431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40780" y="608076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6400800"/>
            <a:ext cx="19431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11480" y="644652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tau_t 중앙값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08860" y="6400800"/>
            <a:ext cx="19431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54580" y="644652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0.133 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251960" y="6400800"/>
            <a:ext cx="19431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297680" y="644652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← 동일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95060" y="6400800"/>
            <a:ext cx="19431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40780" y="6446520"/>
            <a:ext cx="18516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4" name="Rectangle 113"/>
          <p:cNvSpPr/>
          <p:nvPr/>
        </p:nvSpPr>
        <p:spPr>
          <a:xfrm>
            <a:off x="8321040" y="4206240"/>
            <a:ext cx="3474720" cy="23774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321040" y="4206240"/>
            <a:ext cx="36576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30768" y="4343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분석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430768" y="4690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Gaussian들이 앵커 쪽으로 당겨짐 (거리 -0.2m)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30768" y="5001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하지만 plateau 진입 9%→10% 소폭 상승뿐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30768" y="531266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tau 너무 작음 (6cm / 13cm)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430768" y="5623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lambda=0.01이 photometric에 밀려 효과 미미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진단: 왜 plateau가 잘 안 채워지는가?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문제: lambda 너무 약, tau 너무 작, start_iter 너무 늦음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30175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" cy="3017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현재 문제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647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Gaussian → anchor 평균 거리: 1.27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756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Plateau 반경: tau_t=13cm, tau_n=6cm (매우 작음)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3865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30k iter 중 5000~30000 = 25000 iter 동안 loss 적용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lambda=0.01  →  gradient가 photometric loss에 압도됨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0083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Gaussian이 1.27m를 이동해 13cm 안으로 들어가야 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3192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→ 실질적으로 불가능한 강도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280160"/>
            <a:ext cx="5943600" cy="30175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1280160"/>
            <a:ext cx="36576" cy="3017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14173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Lambda vs 샘플링 빈도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176479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sample_size=8192 / 307k Gaussians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07568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→ Gaussian 하나당 ~37 iter마다 gradient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238658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→ 25k iter 동안 ~675번 plateau gradient 받음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6974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빈도(sample_size)는 이미 충분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300837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핵심은 gradient 강도(lambda)의 문제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34840"/>
            <a:ext cx="11430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526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해결책: 2단계 Lambda Schedule (exp20)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37760"/>
            <a:ext cx="3810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983480"/>
            <a:ext cx="371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Iter 범위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5760" y="4937760"/>
            <a:ext cx="3810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1480" y="4983480"/>
            <a:ext cx="371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Lambda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5760" y="4937760"/>
            <a:ext cx="3810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1480" y="4983480"/>
            <a:ext cx="371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목적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03520"/>
            <a:ext cx="3810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349240"/>
            <a:ext cx="371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iter 1000 ~ 7000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5760" y="5303520"/>
            <a:ext cx="3810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1480" y="5349240"/>
            <a:ext cx="371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0.10  (10×↑)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85760" y="5303520"/>
            <a:ext cx="3810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1480" y="5349240"/>
            <a:ext cx="371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강한 당김 — densification 중 빠르게 plateau 진입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669280"/>
            <a:ext cx="3810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715000"/>
            <a:ext cx="371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iter 7000 ~ 15000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75760" y="5669280"/>
            <a:ext cx="3810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1480" y="5715000"/>
            <a:ext cx="371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0.03  (3×)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85760" y="5669280"/>
            <a:ext cx="3810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31480" y="5715000"/>
            <a:ext cx="371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densification 끝, 중간 강도 유지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35040"/>
            <a:ext cx="3810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080760"/>
            <a:ext cx="371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iter 15000 ~ 30000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75760" y="6035040"/>
            <a:ext cx="3810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21480" y="6080760"/>
            <a:ext cx="371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0.00  (off)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85760" y="6035040"/>
            <a:ext cx="3810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31480" y="6080760"/>
            <a:ext cx="371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photometric loss만 — plateau 내부에서 자유롭게 최적화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BBF24"/>
                </a:solidFill>
              </a:rPr>
              <a:t>start_iter=1000  (기존 5000 → 조기 시작, 새로 생긴 Gaussian들도 앵커 근처에서 born되도록)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exp20: Lambda Schedule 구현 및 실험 (진행 중)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plateau_loss.py에 lambda_schedule 파라미터 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3291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plateau_loss.py 수정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# PlateauLossConfig 에 추가:
lambda_schedule: Optional[list] = None
# [[iter, lambda], ...] 오름차순
# _lambda_at(iteration) 메서드:
def _lambda_at(self, iteration):
    sched = self.cfg.lambda_schedule
    if not sched:
        return self.cfg.lambda_plateau
    lam = self.cfg.lambda_plateau
    for bp_iter, bp_lam in sched:
        if iteration &gt;= bp_iter:
            lam = bp_lam
        else:
            break
    return lam
# train.py: lambda_plateau → _lambda_at(iteration)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280160"/>
            <a:ext cx="5760720" cy="3291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280160"/>
            <a:ext cx="36576" cy="3291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mps_depthpro_scheduled.yaml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783080"/>
            <a:ext cx="5394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enabled: true
type: ellipsoidal
anchor_path: ...anchors_all_depth_pro.npy
knn_iso_mult: 0
alpha_n: 0.4
alpha_t: 0.9
start_iter: 1000        # 기존 5000 → 조기 시작
lambda_plateau: 0.10    # 초기 default
lambda_schedule:
  - [1000,  0.10]       # iter 1000부터 λ=0.10
  - [7000,  0.03]       # iter 7000부터 λ=0.03
  - [15000, 0.00]       # iter 15000부터 off
pop2_zclip: true
pop2_z_threshold: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091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exp 비교 요약 (MPS init 기준)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074920"/>
            <a:ext cx="2286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120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실험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5074920"/>
            <a:ext cx="2286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5120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Lambda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5074920"/>
            <a:ext cx="2286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5120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Start iter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5074920"/>
            <a:ext cx="2286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5120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PSNR @30k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5074920"/>
            <a:ext cx="2286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5120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40680"/>
            <a:ext cx="2286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486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exp08 (baseline)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5440680"/>
            <a:ext cx="2286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5486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없음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5440680"/>
            <a:ext cx="2286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5486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5440680"/>
            <a:ext cx="2286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5486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33.0123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5440680"/>
            <a:ext cx="2286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5486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806440"/>
            <a:ext cx="2286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852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exp19 (fixed λ)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5806440"/>
            <a:ext cx="2286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97480" y="5852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0.01 고정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5806440"/>
            <a:ext cx="2286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5852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5000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5806440"/>
            <a:ext cx="2286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5852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32.7533 (-0.26dB)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5806440"/>
            <a:ext cx="2286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5852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172200"/>
            <a:ext cx="2286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217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exp20 (scheduled)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6172200"/>
            <a:ext cx="2286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6217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0.10→0.03→0.00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6172200"/>
            <a:ext cx="2286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3480" y="6217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6172200"/>
            <a:ext cx="2286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69480" y="6217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760" y="6172200"/>
            <a:ext cx="22860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6217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진행 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전체 실험 흐름 &amp; 다음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2026-07-04 ~ 05 작업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실험 타임라인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73936"/>
            <a:ext cx="73152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07-04 18:27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916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Plateau Loss 설계 완료 (spherical/ellipsoidal 후보 확정)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84832"/>
            <a:ext cx="73152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0253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07-04 22:xx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00253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DepthPro/Metric3D virtual anchor 생성 (v4, D=0.5m)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95728"/>
            <a:ext cx="73152" cy="137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1343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07-05 04:xx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3134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1차 실험 (exp15-18 ORB) → Bug#1 crash (tmp_radii)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06624"/>
            <a:ext cx="73152" cy="137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243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07-05 05:xx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6243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2차 실험 (exp15-18 ORB) → Bug#2 crash (CUDA assert)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731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3522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07-05 05:26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93522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3차 실험 (exp15-18 ORB) → 두 버그 수정 후 성공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28416"/>
            <a:ext cx="73152" cy="137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461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07-05 07:09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2461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ORB 실험 완료: exp15=-1.1dB, exp16=-0.10dB, exp17=-1.35dB, exp18=-0.09dB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39312"/>
            <a:ext cx="73152" cy="137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5570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07-05 08:xx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5570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좌표계 불일치 발견 → MPS 실험(exp19) 시작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50208"/>
            <a:ext cx="73152" cy="137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867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07-05 09:xx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8679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exp19 완료: -0.26dB / Coverage 분석: 9%→10% inside plateau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61104"/>
            <a:ext cx="731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7880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07-05 09:41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1788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Lambda Schedule 설계 → exp20 실행 중 (진행 중)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1280160"/>
            <a:ext cx="4297680" cy="43891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1280160"/>
            <a:ext cx="36576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417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다음 방향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17647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exp20 결과 확인: scheduled lambda가 coverage를 올리는지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3568" y="2075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Tau 확대 실험: alpha_n/alpha_t 키워 plateau 반경 자체를 넓히기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23865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OpenMAVIS + plateau: MPS dense anchor로 더 촘촘한 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Z-clip 재설계: 좌표계 독립적인 카메라 거리 기반 pruning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30083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MPS confidence 활용: dist_std 기반 weighted plateau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760720"/>
            <a:ext cx="11430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83387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핵심 교훈:  앵커-학습 좌표계 일치 필수  |  Ellipsoidal &gt;&gt; Spherical  |  Lambda schedule로 빠른 수렴 후 photometric 전환이 올바른 방향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Round 1 진단: Floater 실태 분석 (exp08 기준)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8BDF8"/>
                </a:solidFill>
              </a:rPr>
              <a:t>exp08 30k checkpoint 323,864 Gaussians 전수 분석</a:t>
            </a:r>
          </a:p>
        </p:txBody>
      </p:sp>
      <p:pic>
        <p:nvPicPr>
          <p:cNvPr id="5" name="Picture 4" descr="round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029200" cy="38834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0" y="1234440"/>
            <a:ext cx="3840480" cy="32004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1234440"/>
            <a:ext cx="36576" cy="3200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96128" y="13716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Round 1 수치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170078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총 323,864 Gaussians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6128" y="199339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Low-opacity (&lt;0.1): 39.0% = 126,360개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2860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NN 거리 중앙값: 0.025m (대부분 표면 근처)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57860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&gt;1m 거리: 0.1% (227개) — 진짜 floater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287121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depth_residual&lt;-0.2m (빈 공간 침범): 72개 (0.0%)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316382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→ opacity로만 floater 찾으면 오탐 많음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345643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→ 실제 floater(빈 공간)는 극소수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234440"/>
            <a:ext cx="2468880" cy="32004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1234440"/>
            <a:ext cx="36576" cy="3200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137160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핵심 결론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170078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Low-opacity AND depth&lt;-0.2m 동시: 30개 (진짜 floater)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488" y="199339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depth&lt;-0.2m만: 42개 (opacity 필터로 못 잡는 floater!)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228600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Low-opacity만: 126,330개 (표면 위 정상 Gaussian)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5786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→ opacity 기반 pruning은 표면 Gaussian 과다 제거 위험</a:t>
            </a:r>
          </a:p>
        </p:txBody>
      </p:sp>
      <p:pic>
        <p:nvPicPr>
          <p:cNvPr id="23" name="Picture 22" descr="round1c_z_outl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116128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Z-Layer 분석: MPS vs ORB-SLAM 앵커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8BDF8"/>
                </a:solidFill>
              </a:rPr>
              <a:t>높이(Z)별 포인트 밀도 &amp; coverage — Pop2 구간 식별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MPS Z-Layer (semidense, 626k pts)</a:t>
            </a:r>
          </a:p>
        </p:txBody>
      </p:sp>
      <p:pic>
        <p:nvPicPr>
          <p:cNvPr id="6" name="Picture 5" descr="mps_z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57607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ORB-SLAM Z-Layer (sparse, 6,492 filtered pts)</a:t>
            </a:r>
          </a:p>
        </p:txBody>
      </p:sp>
      <p:pic>
        <p:nvPicPr>
          <p:cNvPr id="8" name="Picture 7" descr="orb_z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76072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</a:rPr>
              <a:t>핵심: Z &gt; +2m 구간(Pop2 floater 위험 구간)에서 ORB 앵커 거의 0개 → plateau가 작동 안 함. MPS semidense는 해당 구간에 28,860pts 존재하나 dist_std ~0.4~1m (위치 불확실).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앵커 필터링 Pipeline (4단계)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8BDF8"/>
                </a:solidFill>
              </a:rPr>
              <a:t>raw ORB points → 6,492 high-quality anchors</a:t>
            </a:r>
          </a:p>
        </p:txBody>
      </p:sp>
      <p:pic>
        <p:nvPicPr>
          <p:cNvPr id="5" name="Picture 4" descr="filter_stag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943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09360" y="1234440"/>
            <a:ext cx="139446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280160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단계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7703820" y="1234440"/>
            <a:ext cx="139446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9540" y="1280160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234440"/>
            <a:ext cx="139446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280160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제거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92740" y="1234440"/>
            <a:ext cx="139446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38460" y="1280160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남은 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81912"/>
            <a:ext cx="139446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27632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Stage 0 (raw)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3820" y="1581912"/>
            <a:ext cx="139446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9540" y="1627632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필터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581912"/>
            <a:ext cx="139446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627632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92740" y="1581912"/>
            <a:ext cx="139446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38460" y="1627632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7,182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929384"/>
            <a:ext cx="139446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975104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Stage 1 (Z-bound)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03820" y="1929384"/>
            <a:ext cx="139446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9540" y="1975104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카메라 bound 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929384"/>
            <a:ext cx="139446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975104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92740" y="1929384"/>
            <a:ext cx="139446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38460" y="1975104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7,171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276856"/>
            <a:ext cx="139446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322576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Stage 2 (obs≥3)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03820" y="2276856"/>
            <a:ext cx="139446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49540" y="2322576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track length ≥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2276856"/>
            <a:ext cx="139446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2322576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67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92740" y="2276856"/>
            <a:ext cx="139446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38460" y="2322576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7,104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624328"/>
            <a:ext cx="139446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670048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Stage 3 (kNN iso.)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03820" y="2624328"/>
            <a:ext cx="139446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49540" y="2670048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k=5, 3×median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2624328"/>
            <a:ext cx="139446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70048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612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92740" y="2624328"/>
            <a:ext cx="139446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38460" y="2670048"/>
            <a:ext cx="13030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6,492 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926080"/>
            <a:ext cx="5577840" cy="2651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2926080"/>
            <a:ext cx="36576" cy="2651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306324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각 단계 설명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3392424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Z-bound: 카메라 trajectory box 바깥 제거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3685032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obs≥3: track이 짧은 불안정 point 제거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8" y="397764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kNN isolation: 주변 5개 평균보다 3배 이상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9088" y="427024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  멀리 떨어진 고립 outlier 제거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4562856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최종 6,492개: median kNN 거리 0.144m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4855464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  → tau = clip(0.4~0.9 × 0.144, ...) 계산 기준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Ellipsoidal Plateau 설계 시각화 (v2)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8BDF8"/>
                </a:solidFill>
              </a:rPr>
              <a:t>kNN PCA로 surface normal 추정 → 법선 tight / 접선 loose</a:t>
            </a:r>
          </a:p>
        </p:txBody>
      </p:sp>
      <p:pic>
        <p:nvPicPr>
          <p:cNvPr id="5" name="Picture 4" descr="ellipsoid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40080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234440"/>
            <a:ext cx="4937760" cy="16459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0" y="1234440"/>
            <a:ext cx="36576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9168" y="137160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Normal 추정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1700784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각 앵커에서 kNN-5 이웃의 PCA 분해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1993392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최소 고유벡터 = surface normal u_n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28600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나머지 두 벡터 = tangent u_t1, u_t2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3017520"/>
            <a:ext cx="4937760" cy="27432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0" y="3017520"/>
            <a:ext cx="36576" cy="2743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315468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Tau 파라미터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3483864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τ_n = clip(0.4 × h_j, 0.03, 0.30m)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776472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τ_t = clip(0.9 × h_j, 0.03, 0.60m)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406908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h_j = kNN-5 거리 (spacing 추정)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4361688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→ 법선 방향은 tight (0.054m 중앙값)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4654296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→ 접선 방향은 loose (0.121m 중앙값)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4946904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→ Gaussian이 표면 방향으로는 자유롭게 이동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5239512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→ 표면 밖으로는 강하게 제한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5897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XY coverage (layer4): Spherical=11.9%  →  Ellipsoidal=14.0% (+2.1%p)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Virtual Anchor 생성: DepthPro 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8BDF8"/>
                </a:solidFill>
              </a:rPr>
              <a:t>Monocular depth → 3D 투영 → Poisson-disk spacing (D_target=0.5m)</a:t>
            </a:r>
          </a:p>
        </p:txBody>
      </p:sp>
      <p:pic>
        <p:nvPicPr>
          <p:cNvPr id="5" name="Picture 4" descr="depthpro_comple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1234440"/>
            <a:ext cx="4572000" cy="25603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234440"/>
            <a:ext cx="36576" cy="2560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8" y="1371600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생성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8" y="1700784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57장 MPS keyframe 이미지에 DepthPro 추론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8" y="1993392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픽셀별 depth → 카메라 pose로 3D 투영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8" y="2286000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stride=16px 스캔, min_hits=2 (multi-view 검증)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8" y="257860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Poisson-disk: 0.5m 간격 이하 중복 제거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8" y="2871216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voxel 크기 0.30m, D_target=0.50m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931920"/>
            <a:ext cx="152400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3977640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앵커 소스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39200" y="3931920"/>
            <a:ext cx="152400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4920" y="3977640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점 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63200" y="3931920"/>
            <a:ext cx="152400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08920" y="3977640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비고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279392"/>
            <a:ext cx="15240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4325112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DepthPro virtual (v4)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39200" y="4279392"/>
            <a:ext cx="15240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4920" y="4325112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7,338 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3200" y="4279392"/>
            <a:ext cx="15240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08920" y="4325112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 exp18/19/20 사용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4626864"/>
            <a:ext cx="152400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4672584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Metric3D virtual (v4)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39200" y="4626864"/>
            <a:ext cx="152400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4920" y="4672584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9,110 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63200" y="4626864"/>
            <a:ext cx="152400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08920" y="4672584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exp17 사용, 성능 최악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974336"/>
            <a:ext cx="15240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5020056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Depth-Anything-V2 (v4)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39200" y="4974336"/>
            <a:ext cx="15240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84920" y="5020056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~8k pts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63200" y="4974336"/>
            <a:ext cx="15240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5020056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미사용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5321808"/>
            <a:ext cx="152400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5367528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ORB-SLAM filtered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39200" y="5321808"/>
            <a:ext cx="152400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84920" y="5367528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6,492 pts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63200" y="5321808"/>
            <a:ext cx="152400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08920" y="5367528"/>
            <a:ext cx="1432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exp15/16 사용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5166360"/>
            <a:ext cx="4572000" cy="14173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0" y="5166360"/>
            <a:ext cx="36576" cy="1417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24928" y="5303520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품질 특성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4928" y="5632704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DepthPro: 하부(L1) coverage 0% (depth 불안정)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4928" y="5925312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L2-L7 일관성 높음 → 중간층 coverage 양호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4928" y="6217920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MPS keyframe pose 기준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4928" y="651052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  → MPS 학습에 좌표계 일치 (exp19/20)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4928" y="6803136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  → ORB 학습에는 좌표계 불일치 (exp18은 사실상 무효)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Round 3 &amp; Round 5 개입 실험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8BDF8"/>
                </a:solidFill>
              </a:rPr>
              <a:t>Perturbation 분석 / camera-bound init filtering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Round 3: Perturbation 분석</a:t>
            </a:r>
          </a:p>
        </p:txBody>
      </p:sp>
      <p:pic>
        <p:nvPicPr>
          <p:cNvPr id="6" name="Picture 5" descr="round3_perturb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5760720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389120"/>
            <a:ext cx="5760720" cy="21945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4389120"/>
            <a:ext cx="36576" cy="2194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452628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Round 3 목적 및 결론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855464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opacity / scale / position을 perturbation해서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5148072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  각 Gaussian이 렌더링에 얼마나 기여하는지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544068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대부분 Gaussian은 영향 없음 → safe to prune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5733288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일부 고영향 Gaussian이 전체 품질 좌우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6025896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→ gradient-free floater 식별 아이디어 기원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Round 5: Init Filtering 효과</a:t>
            </a:r>
          </a:p>
        </p:txBody>
      </p:sp>
      <p:pic>
        <p:nvPicPr>
          <p:cNvPr id="16" name="Picture 15" descr="round5b_interv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760720" cy="27432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17920" y="4389120"/>
            <a:ext cx="192024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4348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항목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389120"/>
            <a:ext cx="192024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4348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before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4389120"/>
            <a:ext cx="192024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44348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after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736592"/>
            <a:ext cx="192024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78231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제거 pts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736592"/>
            <a:ext cx="192024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478231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4736592"/>
            <a:ext cx="192024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478231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46,276 (7.38%)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084064"/>
            <a:ext cx="19202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512978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Z-outlier @500iter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5084064"/>
            <a:ext cx="19202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512978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46,264개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5084064"/>
            <a:ext cx="19202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512978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508개 (-99%)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431536"/>
            <a:ext cx="192024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547725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Z-outlier @30k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5431536"/>
            <a:ext cx="192024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547725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1,474개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5431536"/>
            <a:ext cx="192024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20" y="547725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385개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779008"/>
            <a:ext cx="19202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82472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|Z| max @30k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5779008"/>
            <a:ext cx="19202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80" y="582472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42.71m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0" y="5779008"/>
            <a:ext cx="19202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582472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4.85m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6126480"/>
            <a:ext cx="192024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617220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PSNR @30k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6126480"/>
            <a:ext cx="192024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3880" y="617220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33.012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0" y="6126480"/>
            <a:ext cx="192024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04120" y="617220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32.855 (-0.16dB)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전체 실험 PSNR 흐름 (Round 1~6)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8BDF8"/>
                </a:solidFill>
              </a:rPr>
              <a:t>exp08 baseline 33.012 dB 기준</a:t>
            </a:r>
          </a:p>
        </p:txBody>
      </p:sp>
      <p:pic>
        <p:nvPicPr>
          <p:cNvPr id="5" name="Picture 4" descr="exp13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9436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234440"/>
            <a:ext cx="144018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280160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실험</a:t>
            </a:r>
          </a:p>
        </p:txBody>
      </p:sp>
      <p:sp>
        <p:nvSpPr>
          <p:cNvPr id="8" name="Rectangle 7"/>
          <p:cNvSpPr/>
          <p:nvPr/>
        </p:nvSpPr>
        <p:spPr>
          <a:xfrm>
            <a:off x="7658100" y="1234440"/>
            <a:ext cx="144018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3820" y="1280160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PSNR @30k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234440"/>
            <a:ext cx="144018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280160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vs exp08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38460" y="1234440"/>
            <a:ext cx="144018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84180" y="1280160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비고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81912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27632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exp08 (MPS baseline)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58100" y="1581912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3820" y="1627632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33.012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581912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627632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38460" y="1581912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84180" y="1627632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현재 best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929384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975104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exp12 (sparse depth)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58100" y="1929384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3820" y="1975104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32.587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929384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975104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7171"/>
                </a:solidFill>
              </a:rPr>
              <a:t>-0.43 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38460" y="1929384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84180" y="1975104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미채택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276856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322576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exp13 (init filter)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58100" y="2276856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03820" y="2322576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32.855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2276856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2322576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7171"/>
                </a:solidFill>
              </a:rPr>
              <a:t>-0.16 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38460" y="2276856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84180" y="2322576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Pop1 해결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624328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2670048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exp_orb_baseline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58100" y="2624328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03820" y="2670048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29.023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2624328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70048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7171"/>
                </a:solidFill>
              </a:rPr>
              <a:t>-3.99 dB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38460" y="2624328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84180" y="2670048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ORB init 한계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2971800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3017520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exp15 (spher, ORB)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58100" y="2971800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03820" y="3017520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27.908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2971800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3017520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7171"/>
                </a:solidFill>
              </a:rPr>
              <a:t>-5.10 dB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38460" y="2971800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84180" y="3017520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좌표계 불일치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3319272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3364992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exp16 (ellip, ORB)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58100" y="3319272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03820" y="3364992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28.924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98280" y="3319272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0" y="3364992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7171"/>
                </a:solidFill>
              </a:rPr>
              <a:t>-4.09 dB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38460" y="3319272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84180" y="3364992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좌표계 불일치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3666744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3712464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exp18 (DP, ORB)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58100" y="3666744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03820" y="3712464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28.934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98280" y="3666744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0" y="3712464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7171"/>
                </a:solidFill>
              </a:rPr>
              <a:t>-4.08 dB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538460" y="3666744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84180" y="3712464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좌표계 불일치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4014216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63640" y="4059936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exp19 (DP, MPS)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58100" y="4014216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03820" y="4059936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32.753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98280" y="4014216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0" y="4059936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7171"/>
                </a:solidFill>
              </a:rPr>
              <a:t>-0.26 dB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38460" y="4014216"/>
            <a:ext cx="14401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584180" y="4059936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첫 올바른 실험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17920" y="4361688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4407408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exp20 (scheduled)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58100" y="4361688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703820" y="4407408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98280" y="4361688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0" y="4407408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38460" y="4361688"/>
            <a:ext cx="144018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584180" y="4407408"/>
            <a:ext cx="13487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진행 중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6428232"/>
            <a:ext cx="11612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</a:rPr>
              <a:t>ORB init 실험(exp15-18)은 좌표계 불일치로 plateau loss 무효. MPS init(exp19)이 첫 유효 실험: -0.26 dB. exp20 (lambda schedule)에서 개선 기대.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38BDF8"/>
                </a:solidFill>
              </a:rPr>
              <a:t>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</a:rPr>
              <a:t>Opacity Weighting · Lambda 강화 · 실패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BBF24"/>
                </a:solidFill>
              </a:rPr>
              <a:t>exp20 / exp21  |  2026-07-05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exp20: Lambda Schedule 결과 — 실패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start_iter=1000 → λ=0.1이 densification과 충돌, Gaussian 수 급감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474720" cy="16459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" cy="1645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898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exp08 (baseline)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@7k:   28.3505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@30k: 33.012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+0.00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280160"/>
            <a:ext cx="3474720" cy="16459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280160"/>
            <a:ext cx="36576" cy="1645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13898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exp19 (λ=0.01 fixed)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@7k:   28.0899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@30k: 32.7533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</a:rPr>
              <a:t>-0.26 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280160"/>
            <a:ext cx="3474720" cy="16459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1280160"/>
            <a:ext cx="36576" cy="1645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3898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exp20 (λ schedule)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@7k:   27.1255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@30k: 31.6934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</a:rPr>
              <a:t>-1.32 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00400"/>
            <a:ext cx="5303520" cy="30175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200400"/>
            <a:ext cx="36576" cy="30175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337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</a:rPr>
              <a:t>실패 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6850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start_iter=1000에서 λ=0.10으로 즉시 시작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39959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densification 구간(iter 1000~7000)과 정면 충돌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3068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Gaussian 수: 323k → 218k (-32%) — 대규모 소멸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617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강한 plateau gradient가 densification의 clone/split을 무력화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9286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photometric coverage 축소 → PSNR 급락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3200400"/>
            <a:ext cx="5943600" cy="22860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2160" y="3200400"/>
            <a:ext cx="36576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61888" y="3337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교훈 &amp; exp21 설계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368503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densification은 iter 7000까지 진행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399592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→ start_iter를 7000 이후로 설정해야 안전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430682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그래야 Gaussian 구조 확립 후 plateau loss 적용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4617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exp21 설계: start_iter=7000, λ=0.10, opacity_weight=True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5577840"/>
            <a:ext cx="5943600" cy="7315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0" y="5577840"/>
            <a:ext cx="36576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56692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BBF24"/>
                </a:solidFill>
              </a:rPr>
              <a:t>Gaussian 소멸 증거:  323,864 → 218,053 (-32%)  (exp20 vs baseline@7k)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exp21: Opacity Weighting 결과 — 예상 외 악화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start_iter=7000, λ=0.10, opacity_weight=True → PSNR -2.24 dB (최악)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474720" cy="16459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" cy="1645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898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exp08 (baseline)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@7k:   28.3505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@30k: 33.012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+0.00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280160"/>
            <a:ext cx="3474720" cy="16459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280160"/>
            <a:ext cx="36576" cy="1645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13898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exp19 (λ=0.01)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@7k:   28.0899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@30k: 32.7533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</a:rPr>
              <a:t>-0.26 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280160"/>
            <a:ext cx="3474720" cy="16459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1280160"/>
            <a:ext cx="36576" cy="1645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3898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exp21 (opacity weight)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@7k:   28.1377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@30k: 30.7702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</a:rPr>
              <a:t>-2.24 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00400"/>
            <a:ext cx="5303520" cy="246888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200400"/>
            <a:ext cx="36576" cy="2468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337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Opacity Weighting 원리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6850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Loss = opacity × max(D-1,0)²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39959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high-opacity floater → gradient on xyz (move) + opacity (→0)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3068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예상: floater가 투명해져 densification pruning에 걸림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617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실제: 표면 Gaussian도 plateau 밖이면 opacity 감소 가능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3200400"/>
            <a:ext cx="5943600" cy="246888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3200400"/>
            <a:ext cx="36576" cy="2468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1888" y="3337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</a:rPr>
              <a:t>실패 원인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368503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exp19 coverage: 90%가 plateau 밖 (D_aniso &gt; 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399592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즉, 전체 Gaussian의 90%에 opacity 감소 gradient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430682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표면 Gaussian들도 탁 트인 공간에서는 D&gt;1일 수 있음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4617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→ 필요한 scene coverage Gaussian까지 투명화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492861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Gaussian 수 급감 → 렌더링 품질 대폭 저하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61888" y="52395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Lambda=0.10은 photometric을 이길 만큼 강함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7607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MPS 실험 전체 요약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89320"/>
            <a:ext cx="2857500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03504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실험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23260" y="5989320"/>
            <a:ext cx="2857500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68980" y="603504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핵심 변경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5989320"/>
            <a:ext cx="2857500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603504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PSNR @30k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38260" y="5989320"/>
            <a:ext cx="2857500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83980" y="603504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vs exp08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355080"/>
            <a:ext cx="28575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40080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23260" y="6355080"/>
            <a:ext cx="28575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68980" y="640080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6355080"/>
            <a:ext cx="28575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640080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33.012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38260" y="6355080"/>
            <a:ext cx="28575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83980" y="640080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6720840"/>
            <a:ext cx="28575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676656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exp19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23260" y="6720840"/>
            <a:ext cx="28575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68980" y="676656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ellipsoidal λ=0.01 fixed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6720840"/>
            <a:ext cx="28575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0" y="676656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32.753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38260" y="6720840"/>
            <a:ext cx="28575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83980" y="676656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7171"/>
                </a:solidFill>
              </a:rPr>
              <a:t>-0.26 dB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7086600"/>
            <a:ext cx="28575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713232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23260" y="7086600"/>
            <a:ext cx="28575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68980" y="713232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λ schedule (1000→0.1, 7k→0.03, 15k→0)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80760" y="7086600"/>
            <a:ext cx="28575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0" y="713232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31.693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38260" y="7086600"/>
            <a:ext cx="28575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83980" y="713232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7171"/>
                </a:solidFill>
              </a:rPr>
              <a:t>-1.32 dB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7452360"/>
            <a:ext cx="28575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749808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exp21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23260" y="7452360"/>
            <a:ext cx="28575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68980" y="749808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opacity_weight + λ=0.10 + start=7k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80760" y="7452360"/>
            <a:ext cx="28575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26480" y="749808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30.770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38260" y="7452360"/>
            <a:ext cx="28575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3980" y="7498080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7171"/>
                </a:solidFill>
              </a:rPr>
              <a:t>-2.24 dB (최악)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문제 재정의 — 왜 Loss만으로는 안 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Photometric loss와의 경쟁에서 plateau loss가 지는 구조적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292608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" cy="2926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구조적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64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Photometric gradient: 모든 visible Gaussian에 강력하게 작용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756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Plateau gradient: 8192 샘플 × 37 iter 주기로 약하게 작용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3865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Floater는 photometric으로 이미지를 설명하고 있음 (고opacity)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697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→ plateau가 당겨도 photometric이 더 강하게 제자리로 유지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0083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opacity weighting으로 강도 올려도 표면 Gaussian도 피해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280160"/>
            <a:ext cx="2651760" cy="292608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280160"/>
            <a:ext cx="36576" cy="2926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방향 A: Exp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764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전략 1: Loss 강화 — exp(D-1) kernel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0756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 D=5에서 gradient 6.7× 증가 (quadratic 대비)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386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 멀수록 지수적으로 커지는 gradient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697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 단: lambda를 줄여야 표면 Gaussian 보호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280160"/>
            <a:ext cx="3200400" cy="292608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1280160"/>
            <a:ext cx="36576" cy="2926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417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방향 B: Adaptive Prune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17647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전략 2: 직접 Pruning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20756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 확신 floater는 gradient 없이 바로 제거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23865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 d_euc &gt; 1.5m + opacity &gt; 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2697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 + max_scale &gt; 0.15m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30083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 ambiguous는 loss로 유도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3891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Loss Kernel 비교 (λ=0.05 기준)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09160"/>
            <a:ext cx="1828800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754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D (거리)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4709160"/>
            <a:ext cx="1828800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0280" y="4754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Quadratic (D-1)²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4709160"/>
            <a:ext cx="1828800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80" y="4754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Exp loss exp(D-1)-1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4709160"/>
            <a:ext cx="1828800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4754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비율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07492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120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 = 1.5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507492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40280" y="5120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507492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69080" y="5120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0.65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507492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80" y="5120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2.6×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440680"/>
            <a:ext cx="18288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 = 2.0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94560" y="5440680"/>
            <a:ext cx="18288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4028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3360" y="5440680"/>
            <a:ext cx="18288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6908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1.72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5440680"/>
            <a:ext cx="18288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1.7×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80644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852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 = 5.0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94560" y="580644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40280" y="5852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16.0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580644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9080" y="5852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53.6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52160" y="5806440"/>
            <a:ext cx="1828800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97880" y="5852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3.4×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6172200"/>
            <a:ext cx="18288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6217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 = 10.0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94560" y="6172200"/>
            <a:ext cx="18288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40280" y="6217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81.0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23360" y="6172200"/>
            <a:ext cx="18288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69080" y="6217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2981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160" y="6172200"/>
            <a:ext cx="18288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97880" y="6217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36.8×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63840" y="4389120"/>
            <a:ext cx="4297680" cy="23774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63840" y="4389120"/>
            <a:ext cx="36576" cy="2377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01000" y="452628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핵심 통찰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01000" y="4892040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두 전략을 결합하면:
• 확신 floater → prune (빠르고 직접적)
• 불확실 floater → exp loss 유도 (안전)
→ Gaussian survival 최대화하면서
   floater 제거 효율 극대화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exp22~24 실험 계획: Exp Loss + Adaptive Pruning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plateau_loss.py에 exp_loss / adaptive_prune 구현 완료 → 순차 실행 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22860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구현 변경사항 (plateau_loss.py)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# 새 config 파라미터:
exp_loss: bool = False
  → exp(clamp(D-1,0,8))-1 kernel
adaptive_prune: bool = False
adaptive_prune_d_euc: float = 1.5   # m
adaptive_prune_opacity: float = 0.5
adaptive_prune_scale: float = 0.15  # m
adaptive_prune_interval: int = 500
adaptive_prune_start_iter: int = 7000
# post_backward에 _adaptive_prune() 통합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280160"/>
            <a:ext cx="5943600" cy="22860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280160"/>
            <a:ext cx="36576" cy="2286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41732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Adaptive Pruning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783080"/>
            <a:ext cx="5669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# post_backward에서 매 500 iter:
d_min = min_j ||xyz - anchor_j||   # Euclidean
far    = d_min &gt; 1.5m
conf   = (opacity &gt; 0.5)
       | (max_scale &gt; 0.15m)
prune_mask = far &amp; conf
gaussians.prune_points(prune_mask)
# 애매한 Gaussian은 exp loss로 유도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49039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Ablation 설계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69080"/>
            <a:ext cx="1632857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11480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실험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98617" y="4069080"/>
            <a:ext cx="1632857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44337" y="411480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Exp 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31474" y="4069080"/>
            <a:ext cx="1632857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7194" y="411480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Adaptive Prune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4331" y="4069080"/>
            <a:ext cx="1632857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0051" y="411480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Opacity Weight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7188" y="4069080"/>
            <a:ext cx="1632857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2908" y="411480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0045" y="4069080"/>
            <a:ext cx="1632857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5765" y="411480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Start iter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62902" y="4069080"/>
            <a:ext cx="1632857" cy="365760"/>
          </a:xfrm>
          <a:prstGeom prst="rect">
            <a:avLst/>
          </a:prstGeom>
          <a:solidFill>
            <a:srgbClr val="38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08622" y="411480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목적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43484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48056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exp21 (끝남)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98617" y="443484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44337" y="448056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31474" y="443484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7194" y="448056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64331" y="443484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10051" y="448056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97188" y="443484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2908" y="448056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30045" y="443484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5765" y="448056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7000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62902" y="443484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08622" y="448056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opacity weight 기준선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80060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84632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exp22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98617" y="480060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44337" y="484632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31474" y="480060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77194" y="484632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64331" y="480060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10051" y="484632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97188" y="480060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2908" y="484632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0.05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30045" y="480060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75765" y="484632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7000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62902" y="480060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08622" y="484632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 loss 효과 단독 검증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16636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21208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exp23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98617" y="516636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44337" y="521208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31474" y="516636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77194" y="521208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64331" y="516636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10051" y="521208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97188" y="516636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42908" y="521208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30045" y="516636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75765" y="521208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7000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62902" y="5166360"/>
            <a:ext cx="1632857" cy="3657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08622" y="521208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adaptive pruning 효과 단독 검증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553212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557784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exp24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98617" y="553212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44337" y="557784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31474" y="553212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77194" y="557784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64331" y="553212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10051" y="557784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897188" y="553212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42908" y="557784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0.05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30045" y="553212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75765" y="557784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7000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162902" y="5532120"/>
            <a:ext cx="1632857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208622" y="5577840"/>
            <a:ext cx="15414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두 방법 결합 (full strategy)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5989320"/>
            <a:ext cx="11430000" cy="7315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" y="5989320"/>
            <a:ext cx="11430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608076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현재 상태:  exp21 완료(30.770) → exp22 자동 시작 중 → exp23 → exp24 순차 실행 예정  |  예상 완료: ~3시간 후  |  로그: results/run_seq_22_23_24.log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